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8" r:id="rId4"/>
    <p:sldId id="261" r:id="rId5"/>
    <p:sldId id="259" r:id="rId6"/>
    <p:sldId id="258" r:id="rId7"/>
    <p:sldId id="269" r:id="rId8"/>
    <p:sldId id="262" r:id="rId9"/>
    <p:sldId id="263" r:id="rId10"/>
    <p:sldId id="264" r:id="rId11"/>
    <p:sldId id="280" r:id="rId12"/>
    <p:sldId id="272" r:id="rId13"/>
    <p:sldId id="275" r:id="rId14"/>
    <p:sldId id="276" r:id="rId15"/>
    <p:sldId id="270" r:id="rId16"/>
    <p:sldId id="266" r:id="rId17"/>
    <p:sldId id="265" r:id="rId18"/>
    <p:sldId id="267" r:id="rId19"/>
    <p:sldId id="271" r:id="rId20"/>
    <p:sldId id="277" r:id="rId21"/>
    <p:sldId id="278" r:id="rId22"/>
    <p:sldId id="279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8CAEAF-3D16-4725-907F-889A85A5A230}" v="53" dt="2026-06-30T22:21:58.654"/>
    <p1510:client id="{A21C5AED-7041-4149-9E86-1D72B3A99F62}" v="3" dt="2026-07-01T07:12:26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an Straka" userId="fb0b3c0c-78ee-4df5-8e5b-f43629397d70" providerId="ADAL" clId="{DA6B3C5C-F5E9-4DAA-AF09-B6EBA2F6AD88}"/>
    <pc:docChg chg="undo custSel addSld delSld modSld sldOrd">
      <pc:chgData name="Milan Straka" userId="fb0b3c0c-78ee-4df5-8e5b-f43629397d70" providerId="ADAL" clId="{DA6B3C5C-F5E9-4DAA-AF09-B6EBA2F6AD88}" dt="2026-07-01T06:48:48.247" v="2862" actId="14100"/>
      <pc:docMkLst>
        <pc:docMk/>
      </pc:docMkLst>
      <pc:sldChg chg="modSp mod">
        <pc:chgData name="Milan Straka" userId="fb0b3c0c-78ee-4df5-8e5b-f43629397d70" providerId="ADAL" clId="{DA6B3C5C-F5E9-4DAA-AF09-B6EBA2F6AD88}" dt="2026-07-01T06:48:48.247" v="2862" actId="14100"/>
        <pc:sldMkLst>
          <pc:docMk/>
          <pc:sldMk cId="94321821" sldId="256"/>
        </pc:sldMkLst>
        <pc:spChg chg="mod">
          <ac:chgData name="Milan Straka" userId="fb0b3c0c-78ee-4df5-8e5b-f43629397d70" providerId="ADAL" clId="{DA6B3C5C-F5E9-4DAA-AF09-B6EBA2F6AD88}" dt="2026-07-01T06:48:03" v="2861" actId="20577"/>
          <ac:spMkLst>
            <pc:docMk/>
            <pc:sldMk cId="94321821" sldId="256"/>
            <ac:spMk id="2" creationId="{39AB9D01-942A-EF85-00D3-A9C35C03DF13}"/>
          </ac:spMkLst>
        </pc:spChg>
        <pc:spChg chg="mod">
          <ac:chgData name="Milan Straka" userId="fb0b3c0c-78ee-4df5-8e5b-f43629397d70" providerId="ADAL" clId="{DA6B3C5C-F5E9-4DAA-AF09-B6EBA2F6AD88}" dt="2026-07-01T06:48:48.247" v="2862" actId="14100"/>
          <ac:spMkLst>
            <pc:docMk/>
            <pc:sldMk cId="94321821" sldId="256"/>
            <ac:spMk id="4" creationId="{1683EF08-CE16-FDD3-3BC7-E526D15EC882}"/>
          </ac:spMkLst>
        </pc:spChg>
      </pc:sldChg>
      <pc:sldChg chg="modSp mod">
        <pc:chgData name="Milan Straka" userId="fb0b3c0c-78ee-4df5-8e5b-f43629397d70" providerId="ADAL" clId="{DA6B3C5C-F5E9-4DAA-AF09-B6EBA2F6AD88}" dt="2026-07-01T04:57:50.476" v="2824" actId="1037"/>
        <pc:sldMkLst>
          <pc:docMk/>
          <pc:sldMk cId="1731008756" sldId="257"/>
        </pc:sldMkLst>
        <pc:spChg chg="mod">
          <ac:chgData name="Milan Straka" userId="fb0b3c0c-78ee-4df5-8e5b-f43629397d70" providerId="ADAL" clId="{DA6B3C5C-F5E9-4DAA-AF09-B6EBA2F6AD88}" dt="2026-06-30T05:21:42.046" v="1381" actId="1037"/>
          <ac:spMkLst>
            <pc:docMk/>
            <pc:sldMk cId="1731008756" sldId="257"/>
            <ac:spMk id="7" creationId="{0488EA66-CD54-009D-63F2-3B92491E9797}"/>
          </ac:spMkLst>
        </pc:spChg>
        <pc:spChg chg="mod">
          <ac:chgData name="Milan Straka" userId="fb0b3c0c-78ee-4df5-8e5b-f43629397d70" providerId="ADAL" clId="{DA6B3C5C-F5E9-4DAA-AF09-B6EBA2F6AD88}" dt="2026-06-30T05:21:42.046" v="1381" actId="1037"/>
          <ac:spMkLst>
            <pc:docMk/>
            <pc:sldMk cId="1731008756" sldId="257"/>
            <ac:spMk id="8" creationId="{15CCDA8E-F0FC-FCF4-77AF-55FE6C808C28}"/>
          </ac:spMkLst>
        </pc:spChg>
        <pc:spChg chg="mod">
          <ac:chgData name="Milan Straka" userId="fb0b3c0c-78ee-4df5-8e5b-f43629397d70" providerId="ADAL" clId="{DA6B3C5C-F5E9-4DAA-AF09-B6EBA2F6AD88}" dt="2026-06-30T05:21:42.046" v="1381" actId="1037"/>
          <ac:spMkLst>
            <pc:docMk/>
            <pc:sldMk cId="1731008756" sldId="257"/>
            <ac:spMk id="9" creationId="{C9A2E7CA-6620-1F70-A2D0-E9207224B206}"/>
          </ac:spMkLst>
        </pc:spChg>
        <pc:spChg chg="mod">
          <ac:chgData name="Milan Straka" userId="fb0b3c0c-78ee-4df5-8e5b-f43629397d70" providerId="ADAL" clId="{DA6B3C5C-F5E9-4DAA-AF09-B6EBA2F6AD88}" dt="2026-07-01T04:57:50.476" v="2824" actId="1037"/>
          <ac:spMkLst>
            <pc:docMk/>
            <pc:sldMk cId="1731008756" sldId="257"/>
            <ac:spMk id="29" creationId="{E0D46E84-C100-E5FB-9AE1-6032E57E466C}"/>
          </ac:spMkLst>
        </pc:spChg>
        <pc:grpChg chg="mod">
          <ac:chgData name="Milan Straka" userId="fb0b3c0c-78ee-4df5-8e5b-f43629397d70" providerId="ADAL" clId="{DA6B3C5C-F5E9-4DAA-AF09-B6EBA2F6AD88}" dt="2026-07-01T04:57:44.706" v="2822" actId="1037"/>
          <ac:grpSpMkLst>
            <pc:docMk/>
            <pc:sldMk cId="1731008756" sldId="257"/>
            <ac:grpSpMk id="12" creationId="{D797ED08-96A2-1541-4A57-CA5AC841C559}"/>
          </ac:grpSpMkLst>
        </pc:grpChg>
        <pc:grpChg chg="mod">
          <ac:chgData name="Milan Straka" userId="fb0b3c0c-78ee-4df5-8e5b-f43629397d70" providerId="ADAL" clId="{DA6B3C5C-F5E9-4DAA-AF09-B6EBA2F6AD88}" dt="2026-07-01T04:56:45.272" v="2821" actId="1038"/>
          <ac:grpSpMkLst>
            <pc:docMk/>
            <pc:sldMk cId="1731008756" sldId="257"/>
            <ac:grpSpMk id="43" creationId="{0FCB2D08-3760-C3C5-AAAF-68DE77D6211E}"/>
          </ac:grpSpMkLst>
        </pc:grpChg>
        <pc:grpChg chg="mod">
          <ac:chgData name="Milan Straka" userId="fb0b3c0c-78ee-4df5-8e5b-f43629397d70" providerId="ADAL" clId="{DA6B3C5C-F5E9-4DAA-AF09-B6EBA2F6AD88}" dt="2026-07-01T04:56:45.272" v="2821" actId="1038"/>
          <ac:grpSpMkLst>
            <pc:docMk/>
            <pc:sldMk cId="1731008756" sldId="257"/>
            <ac:grpSpMk id="46" creationId="{6D2988D9-A53C-6678-EE01-35D6B09D94F0}"/>
          </ac:grpSpMkLst>
        </pc:grpChg>
      </pc:sldChg>
      <pc:sldChg chg="modSp mod">
        <pc:chgData name="Milan Straka" userId="fb0b3c0c-78ee-4df5-8e5b-f43629397d70" providerId="ADAL" clId="{DA6B3C5C-F5E9-4DAA-AF09-B6EBA2F6AD88}" dt="2026-06-30T13:11:13.836" v="1965" actId="20577"/>
        <pc:sldMkLst>
          <pc:docMk/>
          <pc:sldMk cId="2287609105" sldId="258"/>
        </pc:sldMkLst>
        <pc:spChg chg="mod">
          <ac:chgData name="Milan Straka" userId="fb0b3c0c-78ee-4df5-8e5b-f43629397d70" providerId="ADAL" clId="{DA6B3C5C-F5E9-4DAA-AF09-B6EBA2F6AD88}" dt="2026-06-30T07:36:35.837" v="1489" actId="20577"/>
          <ac:spMkLst>
            <pc:docMk/>
            <pc:sldMk cId="2287609105" sldId="258"/>
            <ac:spMk id="2" creationId="{7A397E48-9660-CB9C-F38F-7E6BA4B6EDD2}"/>
          </ac:spMkLst>
        </pc:spChg>
        <pc:spChg chg="mod">
          <ac:chgData name="Milan Straka" userId="fb0b3c0c-78ee-4df5-8e5b-f43629397d70" providerId="ADAL" clId="{DA6B3C5C-F5E9-4DAA-AF09-B6EBA2F6AD88}" dt="2026-06-30T13:11:13.836" v="1965" actId="20577"/>
          <ac:spMkLst>
            <pc:docMk/>
            <pc:sldMk cId="2287609105" sldId="258"/>
            <ac:spMk id="3" creationId="{072A6E5A-5D0C-AAE5-A9E6-7039ADC2F92B}"/>
          </ac:spMkLst>
        </pc:spChg>
      </pc:sldChg>
      <pc:sldChg chg="modSp mod">
        <pc:chgData name="Milan Straka" userId="fb0b3c0c-78ee-4df5-8e5b-f43629397d70" providerId="ADAL" clId="{DA6B3C5C-F5E9-4DAA-AF09-B6EBA2F6AD88}" dt="2026-07-01T04:45:54.088" v="2814" actId="20577"/>
        <pc:sldMkLst>
          <pc:docMk/>
          <pc:sldMk cId="1346449487" sldId="261"/>
        </pc:sldMkLst>
        <pc:spChg chg="mod">
          <ac:chgData name="Milan Straka" userId="fb0b3c0c-78ee-4df5-8e5b-f43629397d70" providerId="ADAL" clId="{DA6B3C5C-F5E9-4DAA-AF09-B6EBA2F6AD88}" dt="2026-07-01T04:45:54.088" v="2814" actId="20577"/>
          <ac:spMkLst>
            <pc:docMk/>
            <pc:sldMk cId="1346449487" sldId="261"/>
            <ac:spMk id="3" creationId="{08C51CC3-CA1C-8EFF-16AC-D12DB07ED73E}"/>
          </ac:spMkLst>
        </pc:spChg>
      </pc:sldChg>
      <pc:sldChg chg="addSp delSp modSp mod ord">
        <pc:chgData name="Milan Straka" userId="fb0b3c0c-78ee-4df5-8e5b-f43629397d70" providerId="ADAL" clId="{DA6B3C5C-F5E9-4DAA-AF09-B6EBA2F6AD88}" dt="2026-06-30T13:03:34.042" v="1747" actId="20577"/>
        <pc:sldMkLst>
          <pc:docMk/>
          <pc:sldMk cId="3249522413" sldId="265"/>
        </pc:sldMkLst>
        <pc:spChg chg="mod">
          <ac:chgData name="Milan Straka" userId="fb0b3c0c-78ee-4df5-8e5b-f43629397d70" providerId="ADAL" clId="{DA6B3C5C-F5E9-4DAA-AF09-B6EBA2F6AD88}" dt="2026-06-30T12:55:09.207" v="1593" actId="20577"/>
          <ac:spMkLst>
            <pc:docMk/>
            <pc:sldMk cId="3249522413" sldId="265"/>
            <ac:spMk id="2" creationId="{F850A31D-0DEB-D6F2-343A-5E0B129D88EA}"/>
          </ac:spMkLst>
        </pc:spChg>
        <pc:spChg chg="mod">
          <ac:chgData name="Milan Straka" userId="fb0b3c0c-78ee-4df5-8e5b-f43629397d70" providerId="ADAL" clId="{DA6B3C5C-F5E9-4DAA-AF09-B6EBA2F6AD88}" dt="2026-06-30T13:02:04.861" v="1743" actId="27636"/>
          <ac:spMkLst>
            <pc:docMk/>
            <pc:sldMk cId="3249522413" sldId="265"/>
            <ac:spMk id="3" creationId="{D7F608D7-2A6D-CA4A-28A2-8BBC200E95A3}"/>
          </ac:spMkLst>
        </pc:spChg>
        <pc:spChg chg="add del mod">
          <ac:chgData name="Milan Straka" userId="fb0b3c0c-78ee-4df5-8e5b-f43629397d70" providerId="ADAL" clId="{DA6B3C5C-F5E9-4DAA-AF09-B6EBA2F6AD88}" dt="2026-06-30T12:59:24.941" v="1659" actId="478"/>
          <ac:spMkLst>
            <pc:docMk/>
            <pc:sldMk cId="3249522413" sldId="265"/>
            <ac:spMk id="4" creationId="{0D5A39F0-FD2F-6327-5354-5A80FDC5F088}"/>
          </ac:spMkLst>
        </pc:spChg>
        <pc:spChg chg="add mod">
          <ac:chgData name="Milan Straka" userId="fb0b3c0c-78ee-4df5-8e5b-f43629397d70" providerId="ADAL" clId="{DA6B3C5C-F5E9-4DAA-AF09-B6EBA2F6AD88}" dt="2026-06-30T13:01:56.552" v="1740" actId="1076"/>
          <ac:spMkLst>
            <pc:docMk/>
            <pc:sldMk cId="3249522413" sldId="265"/>
            <ac:spMk id="6" creationId="{715CAFF4-9601-9600-2F19-4BC5B0338639}"/>
          </ac:spMkLst>
        </pc:spChg>
        <pc:graphicFrameChg chg="add mod modGraphic">
          <ac:chgData name="Milan Straka" userId="fb0b3c0c-78ee-4df5-8e5b-f43629397d70" providerId="ADAL" clId="{DA6B3C5C-F5E9-4DAA-AF09-B6EBA2F6AD88}" dt="2026-06-30T13:03:34.042" v="1747" actId="20577"/>
          <ac:graphicFrameMkLst>
            <pc:docMk/>
            <pc:sldMk cId="3249522413" sldId="265"/>
            <ac:graphicFrameMk id="5" creationId="{9CDEE2C7-FD51-758A-D8A9-D886B5F5F1B9}"/>
          </ac:graphicFrameMkLst>
        </pc:graphicFrameChg>
      </pc:sldChg>
      <pc:sldChg chg="modSp mod">
        <pc:chgData name="Milan Straka" userId="fb0b3c0c-78ee-4df5-8e5b-f43629397d70" providerId="ADAL" clId="{DA6B3C5C-F5E9-4DAA-AF09-B6EBA2F6AD88}" dt="2026-06-30T05:19:51.495" v="1345" actId="20577"/>
        <pc:sldMkLst>
          <pc:docMk/>
          <pc:sldMk cId="3856551439" sldId="266"/>
        </pc:sldMkLst>
        <pc:spChg chg="mod">
          <ac:chgData name="Milan Straka" userId="fb0b3c0c-78ee-4df5-8e5b-f43629397d70" providerId="ADAL" clId="{DA6B3C5C-F5E9-4DAA-AF09-B6EBA2F6AD88}" dt="2026-06-30T05:19:51.495" v="1345" actId="20577"/>
          <ac:spMkLst>
            <pc:docMk/>
            <pc:sldMk cId="3856551439" sldId="266"/>
            <ac:spMk id="3" creationId="{35E9EC01-A3FD-65F1-5DED-8BE944C7A577}"/>
          </ac:spMkLst>
        </pc:spChg>
      </pc:sldChg>
      <pc:sldChg chg="addSp modSp mod">
        <pc:chgData name="Milan Straka" userId="fb0b3c0c-78ee-4df5-8e5b-f43629397d70" providerId="ADAL" clId="{DA6B3C5C-F5E9-4DAA-AF09-B6EBA2F6AD88}" dt="2026-06-30T22:10:49.367" v="2708" actId="20577"/>
        <pc:sldMkLst>
          <pc:docMk/>
          <pc:sldMk cId="4211101716" sldId="267"/>
        </pc:sldMkLst>
        <pc:spChg chg="mod">
          <ac:chgData name="Milan Straka" userId="fb0b3c0c-78ee-4df5-8e5b-f43629397d70" providerId="ADAL" clId="{DA6B3C5C-F5E9-4DAA-AF09-B6EBA2F6AD88}" dt="2026-06-29T15:45:37.766" v="985" actId="20577"/>
          <ac:spMkLst>
            <pc:docMk/>
            <pc:sldMk cId="4211101716" sldId="267"/>
            <ac:spMk id="2" creationId="{BB11DDE7-5FB4-6573-C0CE-EC7295A5D5FA}"/>
          </ac:spMkLst>
        </pc:spChg>
        <pc:spChg chg="mod">
          <ac:chgData name="Milan Straka" userId="fb0b3c0c-78ee-4df5-8e5b-f43629397d70" providerId="ADAL" clId="{DA6B3C5C-F5E9-4DAA-AF09-B6EBA2F6AD88}" dt="2026-06-30T22:10:43.651" v="2707" actId="27636"/>
          <ac:spMkLst>
            <pc:docMk/>
            <pc:sldMk cId="4211101716" sldId="267"/>
            <ac:spMk id="3" creationId="{2B856D52-46BF-DD73-042D-7B60B2622C0A}"/>
          </ac:spMkLst>
        </pc:spChg>
        <pc:spChg chg="add mod">
          <ac:chgData name="Milan Straka" userId="fb0b3c0c-78ee-4df5-8e5b-f43629397d70" providerId="ADAL" clId="{DA6B3C5C-F5E9-4DAA-AF09-B6EBA2F6AD88}" dt="2026-06-30T22:10:49.367" v="2708" actId="20577"/>
          <ac:spMkLst>
            <pc:docMk/>
            <pc:sldMk cId="4211101716" sldId="267"/>
            <ac:spMk id="4" creationId="{DD982ADC-2F7A-76F9-D268-736A1176D9E3}"/>
          </ac:spMkLst>
        </pc:spChg>
      </pc:sldChg>
      <pc:sldChg chg="modSp mod modShow">
        <pc:chgData name="Milan Straka" userId="fb0b3c0c-78ee-4df5-8e5b-f43629397d70" providerId="ADAL" clId="{DA6B3C5C-F5E9-4DAA-AF09-B6EBA2F6AD88}" dt="2026-06-30T05:25:19.417" v="1382" actId="729"/>
        <pc:sldMkLst>
          <pc:docMk/>
          <pc:sldMk cId="4250518362" sldId="268"/>
        </pc:sldMkLst>
        <pc:spChg chg="mod">
          <ac:chgData name="Milan Straka" userId="fb0b3c0c-78ee-4df5-8e5b-f43629397d70" providerId="ADAL" clId="{DA6B3C5C-F5E9-4DAA-AF09-B6EBA2F6AD88}" dt="2026-06-29T16:02:43.832" v="1090" actId="20577"/>
          <ac:spMkLst>
            <pc:docMk/>
            <pc:sldMk cId="4250518362" sldId="268"/>
            <ac:spMk id="2" creationId="{399E2F52-1383-DDFE-2FB9-27EAA336896F}"/>
          </ac:spMkLst>
        </pc:spChg>
      </pc:sldChg>
      <pc:sldChg chg="modSp mod">
        <pc:chgData name="Milan Straka" userId="fb0b3c0c-78ee-4df5-8e5b-f43629397d70" providerId="ADAL" clId="{DA6B3C5C-F5E9-4DAA-AF09-B6EBA2F6AD88}" dt="2026-06-29T15:43:09.908" v="984" actId="27636"/>
        <pc:sldMkLst>
          <pc:docMk/>
          <pc:sldMk cId="871870844" sldId="269"/>
        </pc:sldMkLst>
        <pc:spChg chg="mod">
          <ac:chgData name="Milan Straka" userId="fb0b3c0c-78ee-4df5-8e5b-f43629397d70" providerId="ADAL" clId="{DA6B3C5C-F5E9-4DAA-AF09-B6EBA2F6AD88}" dt="2026-06-29T15:41:34.949" v="957" actId="20577"/>
          <ac:spMkLst>
            <pc:docMk/>
            <pc:sldMk cId="871870844" sldId="269"/>
            <ac:spMk id="2" creationId="{EF55D463-3AAD-CFAB-10A8-2F650A4C67BD}"/>
          </ac:spMkLst>
        </pc:spChg>
        <pc:spChg chg="mod">
          <ac:chgData name="Milan Straka" userId="fb0b3c0c-78ee-4df5-8e5b-f43629397d70" providerId="ADAL" clId="{DA6B3C5C-F5E9-4DAA-AF09-B6EBA2F6AD88}" dt="2026-06-29T15:43:09.908" v="984" actId="27636"/>
          <ac:spMkLst>
            <pc:docMk/>
            <pc:sldMk cId="871870844" sldId="269"/>
            <ac:spMk id="3" creationId="{27DFD3EA-3604-307F-7560-ED1F778B7482}"/>
          </ac:spMkLst>
        </pc:spChg>
      </pc:sldChg>
      <pc:sldChg chg="addSp modSp new mod ord">
        <pc:chgData name="Milan Straka" userId="fb0b3c0c-78ee-4df5-8e5b-f43629397d70" providerId="ADAL" clId="{DA6B3C5C-F5E9-4DAA-AF09-B6EBA2F6AD88}" dt="2026-06-30T22:01:16.849" v="2045" actId="15"/>
        <pc:sldMkLst>
          <pc:docMk/>
          <pc:sldMk cId="2477640980" sldId="270"/>
        </pc:sldMkLst>
        <pc:spChg chg="mod">
          <ac:chgData name="Milan Straka" userId="fb0b3c0c-78ee-4df5-8e5b-f43629397d70" providerId="ADAL" clId="{DA6B3C5C-F5E9-4DAA-AF09-B6EBA2F6AD88}" dt="2026-06-29T14:35:03.615" v="663" actId="20577"/>
          <ac:spMkLst>
            <pc:docMk/>
            <pc:sldMk cId="2477640980" sldId="270"/>
            <ac:spMk id="2" creationId="{AB5734EE-376B-2665-1AC6-7DCC819A08CC}"/>
          </ac:spMkLst>
        </pc:spChg>
        <pc:spChg chg="mod">
          <ac:chgData name="Milan Straka" userId="fb0b3c0c-78ee-4df5-8e5b-f43629397d70" providerId="ADAL" clId="{DA6B3C5C-F5E9-4DAA-AF09-B6EBA2F6AD88}" dt="2026-06-30T22:01:16.849" v="2045" actId="15"/>
          <ac:spMkLst>
            <pc:docMk/>
            <pc:sldMk cId="2477640980" sldId="270"/>
            <ac:spMk id="3" creationId="{65199898-3D3C-7946-13D5-CBE20ACFA524}"/>
          </ac:spMkLst>
        </pc:spChg>
        <pc:picChg chg="add mod">
          <ac:chgData name="Milan Straka" userId="fb0b3c0c-78ee-4df5-8e5b-f43629397d70" providerId="ADAL" clId="{DA6B3C5C-F5E9-4DAA-AF09-B6EBA2F6AD88}" dt="2026-06-29T14:30:12.686" v="596" actId="1076"/>
          <ac:picMkLst>
            <pc:docMk/>
            <pc:sldMk cId="2477640980" sldId="270"/>
            <ac:picMk id="5" creationId="{841F6800-2279-BC04-D75F-25CF94972F4B}"/>
          </ac:picMkLst>
        </pc:picChg>
      </pc:sldChg>
      <pc:sldChg chg="addSp modSp new mod">
        <pc:chgData name="Milan Straka" userId="fb0b3c0c-78ee-4df5-8e5b-f43629397d70" providerId="ADAL" clId="{DA6B3C5C-F5E9-4DAA-AF09-B6EBA2F6AD88}" dt="2026-06-30T12:37:17.914" v="1568" actId="20577"/>
        <pc:sldMkLst>
          <pc:docMk/>
          <pc:sldMk cId="3632862244" sldId="271"/>
        </pc:sldMkLst>
        <pc:spChg chg="mod">
          <ac:chgData name="Milan Straka" userId="fb0b3c0c-78ee-4df5-8e5b-f43629397d70" providerId="ADAL" clId="{DA6B3C5C-F5E9-4DAA-AF09-B6EBA2F6AD88}" dt="2026-06-29T15:02:16.349" v="793" actId="20577"/>
          <ac:spMkLst>
            <pc:docMk/>
            <pc:sldMk cId="3632862244" sldId="271"/>
            <ac:spMk id="2" creationId="{BBC5E988-68CE-12E9-3D5A-0A9171A8683A}"/>
          </ac:spMkLst>
        </pc:spChg>
        <pc:spChg chg="mod">
          <ac:chgData name="Milan Straka" userId="fb0b3c0c-78ee-4df5-8e5b-f43629397d70" providerId="ADAL" clId="{DA6B3C5C-F5E9-4DAA-AF09-B6EBA2F6AD88}" dt="2026-06-30T12:37:17.914" v="1568" actId="20577"/>
          <ac:spMkLst>
            <pc:docMk/>
            <pc:sldMk cId="3632862244" sldId="271"/>
            <ac:spMk id="3" creationId="{F89A00B0-132F-2777-461F-AE450D1674C5}"/>
          </ac:spMkLst>
        </pc:spChg>
        <pc:picChg chg="add mod ord">
          <ac:chgData name="Milan Straka" userId="fb0b3c0c-78ee-4df5-8e5b-f43629397d70" providerId="ADAL" clId="{DA6B3C5C-F5E9-4DAA-AF09-B6EBA2F6AD88}" dt="2026-06-29T15:35:12.986" v="819" actId="1038"/>
          <ac:picMkLst>
            <pc:docMk/>
            <pc:sldMk cId="3632862244" sldId="271"/>
            <ac:picMk id="5" creationId="{E40C815F-BF5F-8639-C3A9-677E7DEAFE95}"/>
          </ac:picMkLst>
        </pc:picChg>
      </pc:sldChg>
      <pc:sldChg chg="modSp new mod modNotesTx">
        <pc:chgData name="Milan Straka" userId="fb0b3c0c-78ee-4df5-8e5b-f43629397d70" providerId="ADAL" clId="{DA6B3C5C-F5E9-4DAA-AF09-B6EBA2F6AD88}" dt="2026-06-30T07:59:38.951" v="1544" actId="27636"/>
        <pc:sldMkLst>
          <pc:docMk/>
          <pc:sldMk cId="1646195660" sldId="272"/>
        </pc:sldMkLst>
        <pc:spChg chg="mod">
          <ac:chgData name="Milan Straka" userId="fb0b3c0c-78ee-4df5-8e5b-f43629397d70" providerId="ADAL" clId="{DA6B3C5C-F5E9-4DAA-AF09-B6EBA2F6AD88}" dt="2026-06-29T19:00:23.581" v="1172" actId="20577"/>
          <ac:spMkLst>
            <pc:docMk/>
            <pc:sldMk cId="1646195660" sldId="272"/>
            <ac:spMk id="2" creationId="{C444073A-4764-A4F6-60B2-ECBD33DCBE2F}"/>
          </ac:spMkLst>
        </pc:spChg>
        <pc:spChg chg="mod">
          <ac:chgData name="Milan Straka" userId="fb0b3c0c-78ee-4df5-8e5b-f43629397d70" providerId="ADAL" clId="{DA6B3C5C-F5E9-4DAA-AF09-B6EBA2F6AD88}" dt="2026-06-30T07:59:38.951" v="1544" actId="27636"/>
          <ac:spMkLst>
            <pc:docMk/>
            <pc:sldMk cId="1646195660" sldId="272"/>
            <ac:spMk id="3" creationId="{2891EBDC-73C6-1CCA-665E-E5C0BAC62275}"/>
          </ac:spMkLst>
        </pc:spChg>
      </pc:sldChg>
      <pc:sldChg chg="delSp modSp new mod">
        <pc:chgData name="Milan Straka" userId="fb0b3c0c-78ee-4df5-8e5b-f43629397d70" providerId="ADAL" clId="{DA6B3C5C-F5E9-4DAA-AF09-B6EBA2F6AD88}" dt="2026-06-30T12:37:13.138" v="1567" actId="20577"/>
        <pc:sldMkLst>
          <pc:docMk/>
          <pc:sldMk cId="3750899487" sldId="273"/>
        </pc:sldMkLst>
        <pc:spChg chg="mod">
          <ac:chgData name="Milan Straka" userId="fb0b3c0c-78ee-4df5-8e5b-f43629397d70" providerId="ADAL" clId="{DA6B3C5C-F5E9-4DAA-AF09-B6EBA2F6AD88}" dt="2026-06-30T12:37:13.138" v="1567" actId="20577"/>
          <ac:spMkLst>
            <pc:docMk/>
            <pc:sldMk cId="3750899487" sldId="273"/>
            <ac:spMk id="2" creationId="{0BCEE045-09CF-9728-5614-B82FC08F3CE0}"/>
          </ac:spMkLst>
        </pc:spChg>
        <pc:spChg chg="del">
          <ac:chgData name="Milan Straka" userId="fb0b3c0c-78ee-4df5-8e5b-f43629397d70" providerId="ADAL" clId="{DA6B3C5C-F5E9-4DAA-AF09-B6EBA2F6AD88}" dt="2026-06-30T12:37:05.489" v="1546" actId="478"/>
          <ac:spMkLst>
            <pc:docMk/>
            <pc:sldMk cId="3750899487" sldId="273"/>
            <ac:spMk id="3" creationId="{A01F70AC-18C6-60CB-9FC2-60C1B946A99D}"/>
          </ac:spMkLst>
        </pc:spChg>
      </pc:sldChg>
      <pc:sldChg chg="add del">
        <pc:chgData name="Milan Straka" userId="fb0b3c0c-78ee-4df5-8e5b-f43629397d70" providerId="ADAL" clId="{DA6B3C5C-F5E9-4DAA-AF09-B6EBA2F6AD88}" dt="2026-06-30T21:59:59.907" v="2006" actId="47"/>
        <pc:sldMkLst>
          <pc:docMk/>
          <pc:sldMk cId="3105885733" sldId="274"/>
        </pc:sldMkLst>
      </pc:sldChg>
      <pc:sldChg chg="modSp new mod">
        <pc:chgData name="Milan Straka" userId="fb0b3c0c-78ee-4df5-8e5b-f43629397d70" providerId="ADAL" clId="{DA6B3C5C-F5E9-4DAA-AF09-B6EBA2F6AD88}" dt="2026-06-30T22:02:51.837" v="2100" actId="27636"/>
        <pc:sldMkLst>
          <pc:docMk/>
          <pc:sldMk cId="1279329326" sldId="275"/>
        </pc:sldMkLst>
        <pc:spChg chg="mod">
          <ac:chgData name="Milan Straka" userId="fb0b3c0c-78ee-4df5-8e5b-f43629397d70" providerId="ADAL" clId="{DA6B3C5C-F5E9-4DAA-AF09-B6EBA2F6AD88}" dt="2026-06-30T21:57:19.843" v="1970"/>
          <ac:spMkLst>
            <pc:docMk/>
            <pc:sldMk cId="1279329326" sldId="275"/>
            <ac:spMk id="2" creationId="{E9BF201C-CD8D-458D-AA73-D2B5FEA93E4A}"/>
          </ac:spMkLst>
        </pc:spChg>
        <pc:spChg chg="mod">
          <ac:chgData name="Milan Straka" userId="fb0b3c0c-78ee-4df5-8e5b-f43629397d70" providerId="ADAL" clId="{DA6B3C5C-F5E9-4DAA-AF09-B6EBA2F6AD88}" dt="2026-06-30T22:02:51.837" v="2100" actId="27636"/>
          <ac:spMkLst>
            <pc:docMk/>
            <pc:sldMk cId="1279329326" sldId="275"/>
            <ac:spMk id="3" creationId="{25311A10-0334-8910-6793-33DEDB304F57}"/>
          </ac:spMkLst>
        </pc:spChg>
      </pc:sldChg>
      <pc:sldChg chg="modSp add mod">
        <pc:chgData name="Milan Straka" userId="fb0b3c0c-78ee-4df5-8e5b-f43629397d70" providerId="ADAL" clId="{DA6B3C5C-F5E9-4DAA-AF09-B6EBA2F6AD88}" dt="2026-06-30T22:06:58.959" v="2662" actId="20577"/>
        <pc:sldMkLst>
          <pc:docMk/>
          <pc:sldMk cId="1823069799" sldId="276"/>
        </pc:sldMkLst>
        <pc:spChg chg="mod">
          <ac:chgData name="Milan Straka" userId="fb0b3c0c-78ee-4df5-8e5b-f43629397d70" providerId="ADAL" clId="{DA6B3C5C-F5E9-4DAA-AF09-B6EBA2F6AD88}" dt="2026-06-30T22:03:36.974" v="2181" actId="20577"/>
          <ac:spMkLst>
            <pc:docMk/>
            <pc:sldMk cId="1823069799" sldId="276"/>
            <ac:spMk id="2" creationId="{5E9B71A6-D38D-9BA1-74A7-65D9FA1EE002}"/>
          </ac:spMkLst>
        </pc:spChg>
        <pc:spChg chg="mod">
          <ac:chgData name="Milan Straka" userId="fb0b3c0c-78ee-4df5-8e5b-f43629397d70" providerId="ADAL" clId="{DA6B3C5C-F5E9-4DAA-AF09-B6EBA2F6AD88}" dt="2026-06-30T22:06:58.959" v="2662" actId="20577"/>
          <ac:spMkLst>
            <pc:docMk/>
            <pc:sldMk cId="1823069799" sldId="276"/>
            <ac:spMk id="3" creationId="{D5788A12-9085-C4BD-BD43-B7F73E1E2CB5}"/>
          </ac:spMkLst>
        </pc:spChg>
      </pc:sldChg>
      <pc:sldChg chg="addSp delSp modSp new mod">
        <pc:chgData name="Milan Straka" userId="fb0b3c0c-78ee-4df5-8e5b-f43629397d70" providerId="ADAL" clId="{DA6B3C5C-F5E9-4DAA-AF09-B6EBA2F6AD88}" dt="2026-06-30T22:24:25.735" v="2807" actId="20577"/>
        <pc:sldMkLst>
          <pc:docMk/>
          <pc:sldMk cId="300558844" sldId="277"/>
        </pc:sldMkLst>
        <pc:spChg chg="mod">
          <ac:chgData name="Milan Straka" userId="fb0b3c0c-78ee-4df5-8e5b-f43629397d70" providerId="ADAL" clId="{DA6B3C5C-F5E9-4DAA-AF09-B6EBA2F6AD88}" dt="2026-06-30T22:24:25.735" v="2807" actId="20577"/>
          <ac:spMkLst>
            <pc:docMk/>
            <pc:sldMk cId="300558844" sldId="277"/>
            <ac:spMk id="2" creationId="{70B3F37A-A378-B6A4-318C-1EE8B6CFE89A}"/>
          </ac:spMkLst>
        </pc:spChg>
        <pc:spChg chg="del">
          <ac:chgData name="Milan Straka" userId="fb0b3c0c-78ee-4df5-8e5b-f43629397d70" providerId="ADAL" clId="{DA6B3C5C-F5E9-4DAA-AF09-B6EBA2F6AD88}" dt="2026-06-30T22:16:11.640" v="2741" actId="478"/>
          <ac:spMkLst>
            <pc:docMk/>
            <pc:sldMk cId="300558844" sldId="277"/>
            <ac:spMk id="3" creationId="{0D960ADA-1661-4715-D1B2-0EEECD5E7027}"/>
          </ac:spMkLst>
        </pc:spChg>
        <pc:picChg chg="add del mod">
          <ac:chgData name="Milan Straka" userId="fb0b3c0c-78ee-4df5-8e5b-f43629397d70" providerId="ADAL" clId="{DA6B3C5C-F5E9-4DAA-AF09-B6EBA2F6AD88}" dt="2026-06-30T22:16:49.164" v="2744" actId="478"/>
          <ac:picMkLst>
            <pc:docMk/>
            <pc:sldMk cId="300558844" sldId="277"/>
            <ac:picMk id="6" creationId="{7F6922D2-E24C-F735-E5CD-BB3F648521F3}"/>
          </ac:picMkLst>
        </pc:picChg>
        <pc:picChg chg="add mod">
          <ac:chgData name="Milan Straka" userId="fb0b3c0c-78ee-4df5-8e5b-f43629397d70" providerId="ADAL" clId="{DA6B3C5C-F5E9-4DAA-AF09-B6EBA2F6AD88}" dt="2026-06-30T22:16:52.282" v="2747" actId="1076"/>
          <ac:picMkLst>
            <pc:docMk/>
            <pc:sldMk cId="300558844" sldId="277"/>
            <ac:picMk id="8" creationId="{A0825EB8-1AA5-AEC6-7D78-B18979455F96}"/>
          </ac:picMkLst>
        </pc:picChg>
      </pc:sldChg>
      <pc:sldChg chg="modSp new mod modNotesTx">
        <pc:chgData name="Milan Straka" userId="fb0b3c0c-78ee-4df5-8e5b-f43629397d70" providerId="ADAL" clId="{DA6B3C5C-F5E9-4DAA-AF09-B6EBA2F6AD88}" dt="2026-07-01T04:40:44.488" v="2812" actId="20577"/>
        <pc:sldMkLst>
          <pc:docMk/>
          <pc:sldMk cId="1607863824" sldId="278"/>
        </pc:sldMkLst>
        <pc:spChg chg="mod">
          <ac:chgData name="Milan Straka" userId="fb0b3c0c-78ee-4df5-8e5b-f43629397d70" providerId="ADAL" clId="{DA6B3C5C-F5E9-4DAA-AF09-B6EBA2F6AD88}" dt="2026-06-30T22:22:00.595" v="2776" actId="20577"/>
          <ac:spMkLst>
            <pc:docMk/>
            <pc:sldMk cId="1607863824" sldId="278"/>
            <ac:spMk id="2" creationId="{D1A395F5-06EF-AFA3-231D-61A51B0A5A2D}"/>
          </ac:spMkLst>
        </pc:spChg>
        <pc:spChg chg="mod">
          <ac:chgData name="Milan Straka" userId="fb0b3c0c-78ee-4df5-8e5b-f43629397d70" providerId="ADAL" clId="{DA6B3C5C-F5E9-4DAA-AF09-B6EBA2F6AD88}" dt="2026-06-30T22:23:32.565" v="2806" actId="27636"/>
          <ac:spMkLst>
            <pc:docMk/>
            <pc:sldMk cId="1607863824" sldId="278"/>
            <ac:spMk id="3" creationId="{53D00235-2BF3-B5B9-6484-A0E49A501DBD}"/>
          </ac:spMkLst>
        </pc:spChg>
      </pc:sldChg>
      <pc:sldChg chg="addSp delSp modSp new mod setBg">
        <pc:chgData name="Milan Straka" userId="fb0b3c0c-78ee-4df5-8e5b-f43629397d70" providerId="ADAL" clId="{DA6B3C5C-F5E9-4DAA-AF09-B6EBA2F6AD88}" dt="2026-07-01T04:49:50.863" v="2820" actId="26606"/>
        <pc:sldMkLst>
          <pc:docMk/>
          <pc:sldMk cId="3747979297" sldId="279"/>
        </pc:sldMkLst>
        <pc:spChg chg="add del">
          <ac:chgData name="Milan Straka" userId="fb0b3c0c-78ee-4df5-8e5b-f43629397d70" providerId="ADAL" clId="{DA6B3C5C-F5E9-4DAA-AF09-B6EBA2F6AD88}" dt="2026-07-01T04:49:50.863" v="2820" actId="26606"/>
          <ac:spMkLst>
            <pc:docMk/>
            <pc:sldMk cId="3747979297" sldId="279"/>
            <ac:spMk id="2" creationId="{2009B7B2-A9F0-C4D5-9CC2-EE9A9EC3C494}"/>
          </ac:spMkLst>
        </pc:spChg>
        <pc:spChg chg="add del">
          <ac:chgData name="Milan Straka" userId="fb0b3c0c-78ee-4df5-8e5b-f43629397d70" providerId="ADAL" clId="{DA6B3C5C-F5E9-4DAA-AF09-B6EBA2F6AD88}" dt="2026-07-01T04:49:50.863" v="2820" actId="26606"/>
          <ac:spMkLst>
            <pc:docMk/>
            <pc:sldMk cId="3747979297" sldId="279"/>
            <ac:spMk id="3" creationId="{436EBB53-A318-A4F4-E6A0-57F4BFAD1262}"/>
          </ac:spMkLst>
        </pc:spChg>
        <pc:spChg chg="mod ord">
          <ac:chgData name="Milan Straka" userId="fb0b3c0c-78ee-4df5-8e5b-f43629397d70" providerId="ADAL" clId="{DA6B3C5C-F5E9-4DAA-AF09-B6EBA2F6AD88}" dt="2026-07-01T04:49:50.863" v="2820" actId="26606"/>
          <ac:spMkLst>
            <pc:docMk/>
            <pc:sldMk cId="3747979297" sldId="279"/>
            <ac:spMk id="4" creationId="{73CA79DA-9F8D-4E40-C1C7-1E8C8B131635}"/>
          </ac:spMkLst>
        </pc:spChg>
        <pc:spChg chg="add del">
          <ac:chgData name="Milan Straka" userId="fb0b3c0c-78ee-4df5-8e5b-f43629397d70" providerId="ADAL" clId="{DA6B3C5C-F5E9-4DAA-AF09-B6EBA2F6AD88}" dt="2026-07-01T04:49:50.008" v="2818" actId="26606"/>
          <ac:spMkLst>
            <pc:docMk/>
            <pc:sldMk cId="3747979297" sldId="279"/>
            <ac:spMk id="11" creationId="{0B761509-3B9A-49A6-A84B-C3D86811697D}"/>
          </ac:spMkLst>
        </pc:spChg>
        <pc:spChg chg="add del">
          <ac:chgData name="Milan Straka" userId="fb0b3c0c-78ee-4df5-8e5b-f43629397d70" providerId="ADAL" clId="{DA6B3C5C-F5E9-4DAA-AF09-B6EBA2F6AD88}" dt="2026-07-01T04:49:50.008" v="2818" actId="26606"/>
          <ac:spMkLst>
            <pc:docMk/>
            <pc:sldMk cId="3747979297" sldId="279"/>
            <ac:spMk id="13" creationId="{91DE43FD-EB47-414A-B0AB-169B0FFFA527}"/>
          </ac:spMkLst>
        </pc:spChg>
        <pc:grpChg chg="add del">
          <ac:chgData name="Milan Straka" userId="fb0b3c0c-78ee-4df5-8e5b-f43629397d70" providerId="ADAL" clId="{DA6B3C5C-F5E9-4DAA-AF09-B6EBA2F6AD88}" dt="2026-07-01T04:49:50.008" v="2818" actId="26606"/>
          <ac:grpSpMkLst>
            <pc:docMk/>
            <pc:sldMk cId="3747979297" sldId="279"/>
            <ac:grpSpMk id="15" creationId="{58495BCC-CE77-4CC2-952E-846F41119FD5}"/>
          </ac:grpSpMkLst>
        </pc:grpChg>
        <pc:picChg chg="add mod">
          <ac:chgData name="Milan Straka" userId="fb0b3c0c-78ee-4df5-8e5b-f43629397d70" providerId="ADAL" clId="{DA6B3C5C-F5E9-4DAA-AF09-B6EBA2F6AD88}" dt="2026-07-01T04:49:50.863" v="2820" actId="26606"/>
          <ac:picMkLst>
            <pc:docMk/>
            <pc:sldMk cId="3747979297" sldId="279"/>
            <ac:picMk id="6" creationId="{34E17A23-31AF-104A-4A0F-A96351086DF0}"/>
          </ac:picMkLst>
        </pc:picChg>
      </pc:sldChg>
    </pc:docChg>
  </pc:docChgLst>
  <pc:docChgLst>
    <pc:chgData name="Milan Straka" userId="fb0b3c0c-78ee-4df5-8e5b-f43629397d70" providerId="ADAL" clId="{C298905C-CC08-453F-9A6F-3E758D396E4C}"/>
    <pc:docChg chg="addSld modSld sldOrd">
      <pc:chgData name="Milan Straka" userId="fb0b3c0c-78ee-4df5-8e5b-f43629397d70" providerId="ADAL" clId="{C298905C-CC08-453F-9A6F-3E758D396E4C}" dt="2026-07-01T07:12:26.652" v="3"/>
      <pc:docMkLst>
        <pc:docMk/>
      </pc:docMkLst>
      <pc:sldChg chg="addSp new mod ord">
        <pc:chgData name="Milan Straka" userId="fb0b3c0c-78ee-4df5-8e5b-f43629397d70" providerId="ADAL" clId="{C298905C-CC08-453F-9A6F-3E758D396E4C}" dt="2026-07-01T07:12:26.652" v="3"/>
        <pc:sldMkLst>
          <pc:docMk/>
          <pc:sldMk cId="2857536630" sldId="280"/>
        </pc:sldMkLst>
        <pc:picChg chg="add">
          <ac:chgData name="Milan Straka" userId="fb0b3c0c-78ee-4df5-8e5b-f43629397d70" providerId="ADAL" clId="{C298905C-CC08-453F-9A6F-3E758D396E4C}" dt="2026-07-01T07:12:21.292" v="1" actId="22"/>
          <ac:picMkLst>
            <pc:docMk/>
            <pc:sldMk cId="2857536630" sldId="280"/>
            <ac:picMk id="6" creationId="{B840CA80-7A2D-F5AA-DC47-11ADE4CEB11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0470A9-7DC5-43E7-B764-E69A559C71BE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151B2A-2043-4A74-8D90-EBDA8CD6CB38}" type="pres">
      <dgm:prSet presAssocID="{1B0470A9-7DC5-43E7-B764-E69A559C71BE}" presName="Name0" presStyleCnt="0">
        <dgm:presLayoutVars>
          <dgm:dir/>
          <dgm:resizeHandles val="exact"/>
        </dgm:presLayoutVars>
      </dgm:prSet>
      <dgm:spPr/>
    </dgm:pt>
  </dgm:ptLst>
  <dgm:cxnLst>
    <dgm:cxn modelId="{1CDBAC1C-99A3-4146-A20A-FEAB70DFC6DD}" type="presOf" srcId="{1B0470A9-7DC5-43E7-B764-E69A559C71BE}" destId="{A3151B2A-2043-4A74-8D90-EBDA8CD6CB38}" srcOrd="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34FEEB-A06E-48D5-B62B-BDFF4940C9A4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EE183A-BC62-4458-B968-A2EA8B2C8082}">
      <dgm:prSet phldrT="[Text]" phldr="0" custT="1"/>
      <dgm:spPr/>
      <dgm:t>
        <a:bodyPr/>
        <a:lstStyle/>
        <a:p>
          <a:r>
            <a:rPr lang="en-US" sz="2000"/>
            <a:t>1. Serialize the model </a:t>
          </a:r>
          <a:r>
            <a:rPr lang="en-US" sz="1800" err="1"/>
            <a:t>cloudpickle</a:t>
          </a:r>
          <a:r>
            <a:rPr lang="en-US" sz="1800"/>
            <a:t> → </a:t>
          </a:r>
          <a:r>
            <a:rPr lang="en-US" sz="1800" err="1"/>
            <a:t>model.pkl</a:t>
          </a:r>
          <a:endParaRPr lang="en-US" sz="2000"/>
        </a:p>
      </dgm:t>
    </dgm:pt>
    <dgm:pt modelId="{D9F480FC-4807-4603-8548-39185A69180D}" type="parTrans" cxnId="{22F9C4C6-E32A-42FA-B2D8-C7D85C19F5A1}">
      <dgm:prSet/>
      <dgm:spPr/>
      <dgm:t>
        <a:bodyPr/>
        <a:lstStyle/>
        <a:p>
          <a:endParaRPr lang="en-US" sz="2400"/>
        </a:p>
      </dgm:t>
    </dgm:pt>
    <dgm:pt modelId="{A4764C02-3AE7-4B9A-85E3-54E7C3CE11C0}" type="sibTrans" cxnId="{22F9C4C6-E32A-42FA-B2D8-C7D85C19F5A1}">
      <dgm:prSet custT="1"/>
      <dgm:spPr/>
      <dgm:t>
        <a:bodyPr/>
        <a:lstStyle/>
        <a:p>
          <a:endParaRPr lang="en-US" sz="1600"/>
        </a:p>
      </dgm:t>
    </dgm:pt>
    <dgm:pt modelId="{D860E1AF-B25F-425E-967C-951C60983B04}">
      <dgm:prSet phldrT="[Text]" custT="1"/>
      <dgm:spPr/>
      <dgm:t>
        <a:bodyPr/>
        <a:lstStyle/>
        <a:p>
          <a:pPr>
            <a:buNone/>
          </a:pPr>
          <a:r>
            <a:rPr lang="en-US" sz="2000"/>
            <a:t>2. Capture the environment </a:t>
          </a:r>
          <a:r>
            <a:rPr lang="en-US" sz="1600"/>
            <a:t>requirements.txt, </a:t>
          </a:r>
          <a:r>
            <a:rPr lang="en-US" sz="1600" err="1"/>
            <a:t>python_env.yaml</a:t>
          </a:r>
          <a:endParaRPr lang="en-US" sz="1800"/>
        </a:p>
      </dgm:t>
    </dgm:pt>
    <dgm:pt modelId="{2E643B1A-4076-4F36-B4D5-347F9BF40DC0}" type="parTrans" cxnId="{7CF9EC7E-DF24-4835-B7D2-668F2C8063C0}">
      <dgm:prSet/>
      <dgm:spPr/>
      <dgm:t>
        <a:bodyPr/>
        <a:lstStyle/>
        <a:p>
          <a:endParaRPr lang="en-US" sz="2400"/>
        </a:p>
      </dgm:t>
    </dgm:pt>
    <dgm:pt modelId="{656119B1-8610-4179-AEFC-54D0A5657A37}" type="sibTrans" cxnId="{7CF9EC7E-DF24-4835-B7D2-668F2C8063C0}">
      <dgm:prSet custT="1"/>
      <dgm:spPr/>
      <dgm:t>
        <a:bodyPr/>
        <a:lstStyle/>
        <a:p>
          <a:endParaRPr lang="en-US" sz="1600"/>
        </a:p>
      </dgm:t>
    </dgm:pt>
    <dgm:pt modelId="{EC2ACEDB-F7DF-4326-BC98-55FC0623AEB9}">
      <dgm:prSet phldrT="[Text]" custT="1"/>
      <dgm:spPr/>
      <dgm:t>
        <a:bodyPr/>
        <a:lstStyle/>
        <a:p>
          <a:pPr>
            <a:buNone/>
          </a:pPr>
          <a:r>
            <a:rPr lang="en-US" sz="2000"/>
            <a:t>3. Write the </a:t>
          </a:r>
          <a:r>
            <a:rPr lang="en-US" sz="2000" err="1"/>
            <a:t>MLmodel</a:t>
          </a:r>
          <a:r>
            <a:rPr lang="en-US" sz="2000"/>
            <a:t> </a:t>
          </a:r>
          <a:r>
            <a:rPr lang="en-US" sz="1800"/>
            <a:t>manifest flavors, loader module, </a:t>
          </a:r>
          <a:r>
            <a:rPr lang="en-US" sz="1800" err="1"/>
            <a:t>run_id</a:t>
          </a:r>
          <a:endParaRPr lang="en-US" sz="1800"/>
        </a:p>
      </dgm:t>
    </dgm:pt>
    <dgm:pt modelId="{486D4813-5B78-49B6-BE45-F05AC3F40980}" type="parTrans" cxnId="{09DBEC82-45B1-4E4B-B2D0-D15A16A22697}">
      <dgm:prSet/>
      <dgm:spPr/>
      <dgm:t>
        <a:bodyPr/>
        <a:lstStyle/>
        <a:p>
          <a:endParaRPr lang="en-US" sz="2400"/>
        </a:p>
      </dgm:t>
    </dgm:pt>
    <dgm:pt modelId="{686EE7A4-D6FE-4D00-A0DF-F2F664ACAF4E}" type="sibTrans" cxnId="{09DBEC82-45B1-4E4B-B2D0-D15A16A22697}">
      <dgm:prSet custT="1"/>
      <dgm:spPr/>
      <dgm:t>
        <a:bodyPr/>
        <a:lstStyle/>
        <a:p>
          <a:endParaRPr lang="en-US" sz="1600"/>
        </a:p>
      </dgm:t>
    </dgm:pt>
    <dgm:pt modelId="{E117818F-E985-4F06-96A8-4B1A7A732D0A}">
      <dgm:prSet phldrT="[Text]" custT="1"/>
      <dgm:spPr/>
      <dgm:t>
        <a:bodyPr/>
        <a:lstStyle/>
        <a:p>
          <a:pPr>
            <a:buNone/>
          </a:pPr>
          <a:r>
            <a:rPr lang="en-US" sz="2000"/>
            <a:t>4. Upload as a run artifact</a:t>
          </a:r>
        </a:p>
        <a:p>
          <a:pPr>
            <a:buNone/>
          </a:pPr>
          <a:r>
            <a:rPr lang="en-US" sz="1800"/>
            <a:t>tied to the active run</a:t>
          </a:r>
        </a:p>
      </dgm:t>
    </dgm:pt>
    <dgm:pt modelId="{0B7E968B-F521-4350-A32F-C5FC49DF53B8}" type="parTrans" cxnId="{07FBF00D-66B2-4E4F-996D-68C5819C4702}">
      <dgm:prSet/>
      <dgm:spPr/>
      <dgm:t>
        <a:bodyPr/>
        <a:lstStyle/>
        <a:p>
          <a:endParaRPr lang="en-US" sz="2400"/>
        </a:p>
      </dgm:t>
    </dgm:pt>
    <dgm:pt modelId="{93843B5A-535E-46C5-A679-D99BE96128E5}" type="sibTrans" cxnId="{07FBF00D-66B2-4E4F-996D-68C5819C4702}">
      <dgm:prSet custT="1"/>
      <dgm:spPr/>
      <dgm:t>
        <a:bodyPr/>
        <a:lstStyle/>
        <a:p>
          <a:endParaRPr lang="en-US" sz="1600"/>
        </a:p>
      </dgm:t>
    </dgm:pt>
    <dgm:pt modelId="{DFB445A1-92EF-4706-AE14-D070C263DB67}">
      <dgm:prSet phldrT="[Text]" custT="1"/>
      <dgm:spPr/>
      <dgm:t>
        <a:bodyPr/>
        <a:lstStyle/>
        <a:p>
          <a:pPr>
            <a:buNone/>
          </a:pPr>
          <a:r>
            <a:rPr lang="en-US" sz="2400" b="0" i="0"/>
            <a:t>5. Register as new model version</a:t>
          </a:r>
          <a:endParaRPr lang="en-US" sz="2400"/>
        </a:p>
      </dgm:t>
    </dgm:pt>
    <dgm:pt modelId="{CDACCD87-AB68-4161-89D3-420F4607C4D3}" type="parTrans" cxnId="{1A7166EC-904A-41D0-8319-B18CE2BD250E}">
      <dgm:prSet/>
      <dgm:spPr/>
      <dgm:t>
        <a:bodyPr/>
        <a:lstStyle/>
        <a:p>
          <a:endParaRPr lang="en-US" sz="2400"/>
        </a:p>
      </dgm:t>
    </dgm:pt>
    <dgm:pt modelId="{3401C335-E241-4DFF-A9E8-424FE9AEFF85}" type="sibTrans" cxnId="{1A7166EC-904A-41D0-8319-B18CE2BD250E}">
      <dgm:prSet/>
      <dgm:spPr/>
      <dgm:t>
        <a:bodyPr/>
        <a:lstStyle/>
        <a:p>
          <a:endParaRPr lang="en-US" sz="2400"/>
        </a:p>
      </dgm:t>
    </dgm:pt>
    <dgm:pt modelId="{EAF6651F-6AFF-4474-B1B5-09A918EA85ED}" type="pres">
      <dgm:prSet presAssocID="{6734FEEB-A06E-48D5-B62B-BDFF4940C9A4}" presName="linearFlow" presStyleCnt="0">
        <dgm:presLayoutVars>
          <dgm:resizeHandles val="exact"/>
        </dgm:presLayoutVars>
      </dgm:prSet>
      <dgm:spPr/>
    </dgm:pt>
    <dgm:pt modelId="{91D0DB12-3589-4A8F-9EF5-1F33E6116AC9}" type="pres">
      <dgm:prSet presAssocID="{C4EE183A-BC62-4458-B968-A2EA8B2C8082}" presName="node" presStyleLbl="node1" presStyleIdx="0" presStyleCnt="5">
        <dgm:presLayoutVars>
          <dgm:bulletEnabled val="1"/>
        </dgm:presLayoutVars>
      </dgm:prSet>
      <dgm:spPr/>
    </dgm:pt>
    <dgm:pt modelId="{8BB84951-E7EC-4B9D-A566-4FF3D2608009}" type="pres">
      <dgm:prSet presAssocID="{A4764C02-3AE7-4B9A-85E3-54E7C3CE11C0}" presName="sibTrans" presStyleLbl="sibTrans2D1" presStyleIdx="0" presStyleCnt="4"/>
      <dgm:spPr/>
    </dgm:pt>
    <dgm:pt modelId="{42EADC28-44E2-4290-B31F-6D332DCD5EDE}" type="pres">
      <dgm:prSet presAssocID="{A4764C02-3AE7-4B9A-85E3-54E7C3CE11C0}" presName="connectorText" presStyleLbl="sibTrans2D1" presStyleIdx="0" presStyleCnt="4"/>
      <dgm:spPr/>
    </dgm:pt>
    <dgm:pt modelId="{408E0D7C-DED3-4679-BF39-AE8D54833B52}" type="pres">
      <dgm:prSet presAssocID="{D860E1AF-B25F-425E-967C-951C60983B04}" presName="node" presStyleLbl="node1" presStyleIdx="1" presStyleCnt="5">
        <dgm:presLayoutVars>
          <dgm:bulletEnabled val="1"/>
        </dgm:presLayoutVars>
      </dgm:prSet>
      <dgm:spPr/>
    </dgm:pt>
    <dgm:pt modelId="{B4A8AE56-DF15-40DC-96B8-ACD23681A7D9}" type="pres">
      <dgm:prSet presAssocID="{656119B1-8610-4179-AEFC-54D0A5657A37}" presName="sibTrans" presStyleLbl="sibTrans2D1" presStyleIdx="1" presStyleCnt="4"/>
      <dgm:spPr/>
    </dgm:pt>
    <dgm:pt modelId="{75464504-0C52-4A0C-99A7-4BC48CDFF6E3}" type="pres">
      <dgm:prSet presAssocID="{656119B1-8610-4179-AEFC-54D0A5657A37}" presName="connectorText" presStyleLbl="sibTrans2D1" presStyleIdx="1" presStyleCnt="4"/>
      <dgm:spPr/>
    </dgm:pt>
    <dgm:pt modelId="{1C603E14-4037-4A2B-BCE2-AE5954DA438D}" type="pres">
      <dgm:prSet presAssocID="{EC2ACEDB-F7DF-4326-BC98-55FC0623AEB9}" presName="node" presStyleLbl="node1" presStyleIdx="2" presStyleCnt="5">
        <dgm:presLayoutVars>
          <dgm:bulletEnabled val="1"/>
        </dgm:presLayoutVars>
      </dgm:prSet>
      <dgm:spPr/>
    </dgm:pt>
    <dgm:pt modelId="{1D08E4AE-725C-4311-A80C-F37D144CFC27}" type="pres">
      <dgm:prSet presAssocID="{686EE7A4-D6FE-4D00-A0DF-F2F664ACAF4E}" presName="sibTrans" presStyleLbl="sibTrans2D1" presStyleIdx="2" presStyleCnt="4"/>
      <dgm:spPr/>
    </dgm:pt>
    <dgm:pt modelId="{FD3B4E8A-423D-4E26-AA28-36BA2AA08739}" type="pres">
      <dgm:prSet presAssocID="{686EE7A4-D6FE-4D00-A0DF-F2F664ACAF4E}" presName="connectorText" presStyleLbl="sibTrans2D1" presStyleIdx="2" presStyleCnt="4"/>
      <dgm:spPr/>
    </dgm:pt>
    <dgm:pt modelId="{EF1B0AE7-3C66-4CA3-82A8-F54F391CCF59}" type="pres">
      <dgm:prSet presAssocID="{E117818F-E985-4F06-96A8-4B1A7A732D0A}" presName="node" presStyleLbl="node1" presStyleIdx="3" presStyleCnt="5">
        <dgm:presLayoutVars>
          <dgm:bulletEnabled val="1"/>
        </dgm:presLayoutVars>
      </dgm:prSet>
      <dgm:spPr/>
    </dgm:pt>
    <dgm:pt modelId="{7918DA4F-B432-43A6-B5D1-D9865EB35D06}" type="pres">
      <dgm:prSet presAssocID="{93843B5A-535E-46C5-A679-D99BE96128E5}" presName="sibTrans" presStyleLbl="sibTrans2D1" presStyleIdx="3" presStyleCnt="4"/>
      <dgm:spPr/>
    </dgm:pt>
    <dgm:pt modelId="{D1E93395-6182-44E8-9D94-75810007BB48}" type="pres">
      <dgm:prSet presAssocID="{93843B5A-535E-46C5-A679-D99BE96128E5}" presName="connectorText" presStyleLbl="sibTrans2D1" presStyleIdx="3" presStyleCnt="4"/>
      <dgm:spPr/>
    </dgm:pt>
    <dgm:pt modelId="{9F084B98-9E11-4452-BED2-4E5AEE24AFE6}" type="pres">
      <dgm:prSet presAssocID="{DFB445A1-92EF-4706-AE14-D070C263DB67}" presName="node" presStyleLbl="node1" presStyleIdx="4" presStyleCnt="5">
        <dgm:presLayoutVars>
          <dgm:bulletEnabled val="1"/>
        </dgm:presLayoutVars>
      </dgm:prSet>
      <dgm:spPr/>
    </dgm:pt>
  </dgm:ptLst>
  <dgm:cxnLst>
    <dgm:cxn modelId="{C6C41702-0CA9-4797-9E94-8C49412F60D2}" type="presOf" srcId="{DFB445A1-92EF-4706-AE14-D070C263DB67}" destId="{9F084B98-9E11-4452-BED2-4E5AEE24AFE6}" srcOrd="0" destOrd="0" presId="urn:microsoft.com/office/officeart/2005/8/layout/process2"/>
    <dgm:cxn modelId="{FA2E3E05-462E-482B-9FC6-AE89E781FFAC}" type="presOf" srcId="{93843B5A-535E-46C5-A679-D99BE96128E5}" destId="{D1E93395-6182-44E8-9D94-75810007BB48}" srcOrd="1" destOrd="0" presId="urn:microsoft.com/office/officeart/2005/8/layout/process2"/>
    <dgm:cxn modelId="{07FBF00D-66B2-4E4F-996D-68C5819C4702}" srcId="{6734FEEB-A06E-48D5-B62B-BDFF4940C9A4}" destId="{E117818F-E985-4F06-96A8-4B1A7A732D0A}" srcOrd="3" destOrd="0" parTransId="{0B7E968B-F521-4350-A32F-C5FC49DF53B8}" sibTransId="{93843B5A-535E-46C5-A679-D99BE96128E5}"/>
    <dgm:cxn modelId="{B931072A-7E02-4306-B72C-C35249B39C8A}" type="presOf" srcId="{A4764C02-3AE7-4B9A-85E3-54E7C3CE11C0}" destId="{42EADC28-44E2-4290-B31F-6D332DCD5EDE}" srcOrd="1" destOrd="0" presId="urn:microsoft.com/office/officeart/2005/8/layout/process2"/>
    <dgm:cxn modelId="{BC27BA3E-06FD-4339-A989-9A1E8C84263B}" type="presOf" srcId="{D860E1AF-B25F-425E-967C-951C60983B04}" destId="{408E0D7C-DED3-4679-BF39-AE8D54833B52}" srcOrd="0" destOrd="0" presId="urn:microsoft.com/office/officeart/2005/8/layout/process2"/>
    <dgm:cxn modelId="{A4F5243F-AF1E-4068-9FA4-1176002B4BDD}" type="presOf" srcId="{656119B1-8610-4179-AEFC-54D0A5657A37}" destId="{B4A8AE56-DF15-40DC-96B8-ACD23681A7D9}" srcOrd="0" destOrd="0" presId="urn:microsoft.com/office/officeart/2005/8/layout/process2"/>
    <dgm:cxn modelId="{7545BD45-8F63-482C-AAF6-FC99F0F3F47E}" type="presOf" srcId="{E117818F-E985-4F06-96A8-4B1A7A732D0A}" destId="{EF1B0AE7-3C66-4CA3-82A8-F54F391CCF59}" srcOrd="0" destOrd="0" presId="urn:microsoft.com/office/officeart/2005/8/layout/process2"/>
    <dgm:cxn modelId="{81087166-65B9-4BFF-8FB1-951D92F6E931}" type="presOf" srcId="{C4EE183A-BC62-4458-B968-A2EA8B2C8082}" destId="{91D0DB12-3589-4A8F-9EF5-1F33E6116AC9}" srcOrd="0" destOrd="0" presId="urn:microsoft.com/office/officeart/2005/8/layout/process2"/>
    <dgm:cxn modelId="{0B845769-A902-4F7F-8F72-E42BC763D25A}" type="presOf" srcId="{656119B1-8610-4179-AEFC-54D0A5657A37}" destId="{75464504-0C52-4A0C-99A7-4BC48CDFF6E3}" srcOrd="1" destOrd="0" presId="urn:microsoft.com/office/officeart/2005/8/layout/process2"/>
    <dgm:cxn modelId="{5B629174-AD72-46ED-AFA5-B6CFE4F12EA1}" type="presOf" srcId="{A4764C02-3AE7-4B9A-85E3-54E7C3CE11C0}" destId="{8BB84951-E7EC-4B9D-A566-4FF3D2608009}" srcOrd="0" destOrd="0" presId="urn:microsoft.com/office/officeart/2005/8/layout/process2"/>
    <dgm:cxn modelId="{8BF47378-461A-4C11-B9D8-2E7EEE21A169}" type="presOf" srcId="{6734FEEB-A06E-48D5-B62B-BDFF4940C9A4}" destId="{EAF6651F-6AFF-4474-B1B5-09A918EA85ED}" srcOrd="0" destOrd="0" presId="urn:microsoft.com/office/officeart/2005/8/layout/process2"/>
    <dgm:cxn modelId="{7CF9EC7E-DF24-4835-B7D2-668F2C8063C0}" srcId="{6734FEEB-A06E-48D5-B62B-BDFF4940C9A4}" destId="{D860E1AF-B25F-425E-967C-951C60983B04}" srcOrd="1" destOrd="0" parTransId="{2E643B1A-4076-4F36-B4D5-347F9BF40DC0}" sibTransId="{656119B1-8610-4179-AEFC-54D0A5657A37}"/>
    <dgm:cxn modelId="{09DBEC82-45B1-4E4B-B2D0-D15A16A22697}" srcId="{6734FEEB-A06E-48D5-B62B-BDFF4940C9A4}" destId="{EC2ACEDB-F7DF-4326-BC98-55FC0623AEB9}" srcOrd="2" destOrd="0" parTransId="{486D4813-5B78-49B6-BE45-F05AC3F40980}" sibTransId="{686EE7A4-D6FE-4D00-A0DF-F2F664ACAF4E}"/>
    <dgm:cxn modelId="{D4714C8A-9237-4BFE-8866-741E85DEFF48}" type="presOf" srcId="{EC2ACEDB-F7DF-4326-BC98-55FC0623AEB9}" destId="{1C603E14-4037-4A2B-BCE2-AE5954DA438D}" srcOrd="0" destOrd="0" presId="urn:microsoft.com/office/officeart/2005/8/layout/process2"/>
    <dgm:cxn modelId="{ED88319C-9D9E-409E-A913-95646011C14F}" type="presOf" srcId="{686EE7A4-D6FE-4D00-A0DF-F2F664ACAF4E}" destId="{FD3B4E8A-423D-4E26-AA28-36BA2AA08739}" srcOrd="1" destOrd="0" presId="urn:microsoft.com/office/officeart/2005/8/layout/process2"/>
    <dgm:cxn modelId="{59034A9D-C23B-49F3-B450-D29C0E3EDF2D}" type="presOf" srcId="{686EE7A4-D6FE-4D00-A0DF-F2F664ACAF4E}" destId="{1D08E4AE-725C-4311-A80C-F37D144CFC27}" srcOrd="0" destOrd="0" presId="urn:microsoft.com/office/officeart/2005/8/layout/process2"/>
    <dgm:cxn modelId="{22F9C4C6-E32A-42FA-B2D8-C7D85C19F5A1}" srcId="{6734FEEB-A06E-48D5-B62B-BDFF4940C9A4}" destId="{C4EE183A-BC62-4458-B968-A2EA8B2C8082}" srcOrd="0" destOrd="0" parTransId="{D9F480FC-4807-4603-8548-39185A69180D}" sibTransId="{A4764C02-3AE7-4B9A-85E3-54E7C3CE11C0}"/>
    <dgm:cxn modelId="{1A7166EC-904A-41D0-8319-B18CE2BD250E}" srcId="{6734FEEB-A06E-48D5-B62B-BDFF4940C9A4}" destId="{DFB445A1-92EF-4706-AE14-D070C263DB67}" srcOrd="4" destOrd="0" parTransId="{CDACCD87-AB68-4161-89D3-420F4607C4D3}" sibTransId="{3401C335-E241-4DFF-A9E8-424FE9AEFF85}"/>
    <dgm:cxn modelId="{0E02D1F2-0EE3-4C80-983D-90D70E9A2A79}" type="presOf" srcId="{93843B5A-535E-46C5-A679-D99BE96128E5}" destId="{7918DA4F-B432-43A6-B5D1-D9865EB35D06}" srcOrd="0" destOrd="0" presId="urn:microsoft.com/office/officeart/2005/8/layout/process2"/>
    <dgm:cxn modelId="{213B8387-22BA-44F8-824D-59FA55140753}" type="presParOf" srcId="{EAF6651F-6AFF-4474-B1B5-09A918EA85ED}" destId="{91D0DB12-3589-4A8F-9EF5-1F33E6116AC9}" srcOrd="0" destOrd="0" presId="urn:microsoft.com/office/officeart/2005/8/layout/process2"/>
    <dgm:cxn modelId="{48947743-6533-4E95-8380-CDA34B1CEF99}" type="presParOf" srcId="{EAF6651F-6AFF-4474-B1B5-09A918EA85ED}" destId="{8BB84951-E7EC-4B9D-A566-4FF3D2608009}" srcOrd="1" destOrd="0" presId="urn:microsoft.com/office/officeart/2005/8/layout/process2"/>
    <dgm:cxn modelId="{C4AA6571-542F-4F6A-A605-5BB0C51D80F4}" type="presParOf" srcId="{8BB84951-E7EC-4B9D-A566-4FF3D2608009}" destId="{42EADC28-44E2-4290-B31F-6D332DCD5EDE}" srcOrd="0" destOrd="0" presId="urn:microsoft.com/office/officeart/2005/8/layout/process2"/>
    <dgm:cxn modelId="{EA7F0429-3A16-4D22-A8CA-97A641ADA02A}" type="presParOf" srcId="{EAF6651F-6AFF-4474-B1B5-09A918EA85ED}" destId="{408E0D7C-DED3-4679-BF39-AE8D54833B52}" srcOrd="2" destOrd="0" presId="urn:microsoft.com/office/officeart/2005/8/layout/process2"/>
    <dgm:cxn modelId="{D4568FC7-3000-4643-94F6-637F6D16C4F7}" type="presParOf" srcId="{EAF6651F-6AFF-4474-B1B5-09A918EA85ED}" destId="{B4A8AE56-DF15-40DC-96B8-ACD23681A7D9}" srcOrd="3" destOrd="0" presId="urn:microsoft.com/office/officeart/2005/8/layout/process2"/>
    <dgm:cxn modelId="{824EEBF0-9175-4B21-89DB-CABD2F3A3241}" type="presParOf" srcId="{B4A8AE56-DF15-40DC-96B8-ACD23681A7D9}" destId="{75464504-0C52-4A0C-99A7-4BC48CDFF6E3}" srcOrd="0" destOrd="0" presId="urn:microsoft.com/office/officeart/2005/8/layout/process2"/>
    <dgm:cxn modelId="{4B92A43B-C6DE-46CA-ADEB-E86A2FD29C14}" type="presParOf" srcId="{EAF6651F-6AFF-4474-B1B5-09A918EA85ED}" destId="{1C603E14-4037-4A2B-BCE2-AE5954DA438D}" srcOrd="4" destOrd="0" presId="urn:microsoft.com/office/officeart/2005/8/layout/process2"/>
    <dgm:cxn modelId="{31E5F05B-CC16-4DC9-9974-CA35703CB2C7}" type="presParOf" srcId="{EAF6651F-6AFF-4474-B1B5-09A918EA85ED}" destId="{1D08E4AE-725C-4311-A80C-F37D144CFC27}" srcOrd="5" destOrd="0" presId="urn:microsoft.com/office/officeart/2005/8/layout/process2"/>
    <dgm:cxn modelId="{E539A94C-2F0F-4A5A-8507-1DA162C59970}" type="presParOf" srcId="{1D08E4AE-725C-4311-A80C-F37D144CFC27}" destId="{FD3B4E8A-423D-4E26-AA28-36BA2AA08739}" srcOrd="0" destOrd="0" presId="urn:microsoft.com/office/officeart/2005/8/layout/process2"/>
    <dgm:cxn modelId="{6D77AF55-7192-4144-91CF-96DA9CBFAA9F}" type="presParOf" srcId="{EAF6651F-6AFF-4474-B1B5-09A918EA85ED}" destId="{EF1B0AE7-3C66-4CA3-82A8-F54F391CCF59}" srcOrd="6" destOrd="0" presId="urn:microsoft.com/office/officeart/2005/8/layout/process2"/>
    <dgm:cxn modelId="{153A46D3-367C-40B2-AE98-218BDDF3535E}" type="presParOf" srcId="{EAF6651F-6AFF-4474-B1B5-09A918EA85ED}" destId="{7918DA4F-B432-43A6-B5D1-D9865EB35D06}" srcOrd="7" destOrd="0" presId="urn:microsoft.com/office/officeart/2005/8/layout/process2"/>
    <dgm:cxn modelId="{F73BFBBB-B392-4E8C-9511-85C9A352CEA5}" type="presParOf" srcId="{7918DA4F-B432-43A6-B5D1-D9865EB35D06}" destId="{D1E93395-6182-44E8-9D94-75810007BB48}" srcOrd="0" destOrd="0" presId="urn:microsoft.com/office/officeart/2005/8/layout/process2"/>
    <dgm:cxn modelId="{B334D38D-CF37-47BF-93AA-0A7951A9B621}" type="presParOf" srcId="{EAF6651F-6AFF-4474-B1B5-09A918EA85ED}" destId="{9F084B98-9E11-4452-BED2-4E5AEE24AFE6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D0DB12-3589-4A8F-9EF5-1F33E6116AC9}">
      <dsp:nvSpPr>
        <dsp:cNvPr id="0" name=""/>
        <dsp:cNvSpPr/>
      </dsp:nvSpPr>
      <dsp:spPr>
        <a:xfrm>
          <a:off x="1656298" y="3419"/>
          <a:ext cx="3197931" cy="7994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1. Serialize the model </a:t>
          </a:r>
          <a:r>
            <a:rPr lang="en-US" sz="1800" kern="1200" err="1"/>
            <a:t>cloudpickle</a:t>
          </a:r>
          <a:r>
            <a:rPr lang="en-US" sz="1800" kern="1200"/>
            <a:t> → </a:t>
          </a:r>
          <a:r>
            <a:rPr lang="en-US" sz="1800" kern="1200" err="1"/>
            <a:t>model.pkl</a:t>
          </a:r>
          <a:endParaRPr lang="en-US" sz="2000" kern="1200"/>
        </a:p>
      </dsp:txBody>
      <dsp:txXfrm>
        <a:off x="1679714" y="26835"/>
        <a:ext cx="3151099" cy="752650"/>
      </dsp:txXfrm>
    </dsp:sp>
    <dsp:sp modelId="{8BB84951-E7EC-4B9D-A566-4FF3D2608009}">
      <dsp:nvSpPr>
        <dsp:cNvPr id="0" name=""/>
        <dsp:cNvSpPr/>
      </dsp:nvSpPr>
      <dsp:spPr>
        <a:xfrm rot="5400000">
          <a:off x="3105360" y="822889"/>
          <a:ext cx="299806" cy="3597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3147333" y="852869"/>
        <a:ext cx="215861" cy="209864"/>
      </dsp:txXfrm>
    </dsp:sp>
    <dsp:sp modelId="{408E0D7C-DED3-4679-BF39-AE8D54833B52}">
      <dsp:nvSpPr>
        <dsp:cNvPr id="0" name=""/>
        <dsp:cNvSpPr/>
      </dsp:nvSpPr>
      <dsp:spPr>
        <a:xfrm>
          <a:off x="1656298" y="1202643"/>
          <a:ext cx="3197931" cy="7994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2. Capture the environment </a:t>
          </a:r>
          <a:r>
            <a:rPr lang="en-US" sz="1600" kern="1200"/>
            <a:t>requirements.txt, </a:t>
          </a:r>
          <a:r>
            <a:rPr lang="en-US" sz="1600" kern="1200" err="1"/>
            <a:t>python_env.yaml</a:t>
          </a:r>
          <a:endParaRPr lang="en-US" sz="1800" kern="1200"/>
        </a:p>
      </dsp:txBody>
      <dsp:txXfrm>
        <a:off x="1679714" y="1226059"/>
        <a:ext cx="3151099" cy="752650"/>
      </dsp:txXfrm>
    </dsp:sp>
    <dsp:sp modelId="{B4A8AE56-DF15-40DC-96B8-ACD23681A7D9}">
      <dsp:nvSpPr>
        <dsp:cNvPr id="0" name=""/>
        <dsp:cNvSpPr/>
      </dsp:nvSpPr>
      <dsp:spPr>
        <a:xfrm rot="5400000">
          <a:off x="3105360" y="2022113"/>
          <a:ext cx="299806" cy="3597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3147333" y="2052093"/>
        <a:ext cx="215861" cy="209864"/>
      </dsp:txXfrm>
    </dsp:sp>
    <dsp:sp modelId="{1C603E14-4037-4A2B-BCE2-AE5954DA438D}">
      <dsp:nvSpPr>
        <dsp:cNvPr id="0" name=""/>
        <dsp:cNvSpPr/>
      </dsp:nvSpPr>
      <dsp:spPr>
        <a:xfrm>
          <a:off x="1656298" y="2401868"/>
          <a:ext cx="3197931" cy="7994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3. Write the </a:t>
          </a:r>
          <a:r>
            <a:rPr lang="en-US" sz="2000" kern="1200" err="1"/>
            <a:t>MLmodel</a:t>
          </a:r>
          <a:r>
            <a:rPr lang="en-US" sz="2000" kern="1200"/>
            <a:t> </a:t>
          </a:r>
          <a:r>
            <a:rPr lang="en-US" sz="1800" kern="1200"/>
            <a:t>manifest flavors, loader module, </a:t>
          </a:r>
          <a:r>
            <a:rPr lang="en-US" sz="1800" kern="1200" err="1"/>
            <a:t>run_id</a:t>
          </a:r>
          <a:endParaRPr lang="en-US" sz="1800" kern="1200"/>
        </a:p>
      </dsp:txBody>
      <dsp:txXfrm>
        <a:off x="1679714" y="2425284"/>
        <a:ext cx="3151099" cy="752650"/>
      </dsp:txXfrm>
    </dsp:sp>
    <dsp:sp modelId="{1D08E4AE-725C-4311-A80C-F37D144CFC27}">
      <dsp:nvSpPr>
        <dsp:cNvPr id="0" name=""/>
        <dsp:cNvSpPr/>
      </dsp:nvSpPr>
      <dsp:spPr>
        <a:xfrm rot="5400000">
          <a:off x="3105360" y="3221338"/>
          <a:ext cx="299806" cy="3597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3147333" y="3251318"/>
        <a:ext cx="215861" cy="209864"/>
      </dsp:txXfrm>
    </dsp:sp>
    <dsp:sp modelId="{EF1B0AE7-3C66-4CA3-82A8-F54F391CCF59}">
      <dsp:nvSpPr>
        <dsp:cNvPr id="0" name=""/>
        <dsp:cNvSpPr/>
      </dsp:nvSpPr>
      <dsp:spPr>
        <a:xfrm>
          <a:off x="1656298" y="3601092"/>
          <a:ext cx="3197931" cy="7994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4. Upload as a run artifact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tied to the active run</a:t>
          </a:r>
        </a:p>
      </dsp:txBody>
      <dsp:txXfrm>
        <a:off x="1679714" y="3624508"/>
        <a:ext cx="3151099" cy="752650"/>
      </dsp:txXfrm>
    </dsp:sp>
    <dsp:sp modelId="{7918DA4F-B432-43A6-B5D1-D9865EB35D06}">
      <dsp:nvSpPr>
        <dsp:cNvPr id="0" name=""/>
        <dsp:cNvSpPr/>
      </dsp:nvSpPr>
      <dsp:spPr>
        <a:xfrm rot="5400000">
          <a:off x="3105360" y="4420562"/>
          <a:ext cx="299806" cy="3597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3147333" y="4450542"/>
        <a:ext cx="215861" cy="209864"/>
      </dsp:txXfrm>
    </dsp:sp>
    <dsp:sp modelId="{9F084B98-9E11-4452-BED2-4E5AEE24AFE6}">
      <dsp:nvSpPr>
        <dsp:cNvPr id="0" name=""/>
        <dsp:cNvSpPr/>
      </dsp:nvSpPr>
      <dsp:spPr>
        <a:xfrm>
          <a:off x="1656298" y="4800316"/>
          <a:ext cx="3197931" cy="7994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5. Register as new model version</a:t>
          </a:r>
          <a:endParaRPr lang="en-US" sz="2400" kern="1200"/>
        </a:p>
      </dsp:txBody>
      <dsp:txXfrm>
        <a:off x="1679714" y="4823732"/>
        <a:ext cx="3151099" cy="7526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F3312-3CD9-4CDD-A3F7-81EFA1FB67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87875-EE61-42A7-B6A7-744696A5B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0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From experimentation to deployment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87875-EE61-42A7-B6A7-744696A5BAB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45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87875-EE61-42A7-B6A7-744696A5BAB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3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CDD3-F260-0204-E45A-398E7460F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B7C1A-7A68-13F3-C9E0-1236F74B8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84642-E365-9090-3352-C08C0221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EA8C0-1914-4079-80D7-8D756187473F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4BB1B-9569-F6AC-43CC-53E7E8B0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20FEE-9826-0449-173B-65A868F5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61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34336-A12B-B253-B79B-6713131E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269F2-48EC-71C5-B76E-8C9DEDAF6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926B1-3B96-7AFE-697D-D42C54BD7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3E75-5DE0-4E4E-9CC3-A771416AB3BC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15FE6-87CF-0B80-74C2-4FB8E37E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DBC9D-6C22-6347-E437-BE05B42E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6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B03C-1038-0C84-C516-5EA4C1233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885DB-9B3E-9078-6D3B-B8C619B27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10983-7D8A-5F5A-C31A-0378A2633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3A99-0B26-40C7-BBD9-42852865CEE2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E4891-A018-3E05-548A-C3FEDC7C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80036-AE8A-45A2-2B92-5CCFF327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53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1A41-5B46-54A5-19F6-A9E3661C0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7F330-A785-8F8E-4675-91DF82597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461EE-2598-C97E-DCCC-F87D76C57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B791C-58B4-9DA2-A6C4-F9B87D3BF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D8E9-EDE9-4432-975D-39E96778DDA1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3E841-770A-9568-646B-6CC4FBB3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8E2E7-AABB-A746-8069-DF6148C71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6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E00C4-6D6A-228C-885B-EB94E2779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1B27A-3FB3-E6B8-298D-2AEA27703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56636-964D-FF39-C87A-4924E75AB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E388CD-CCCC-B82F-2629-E1D902CE4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2DD4B-DB8A-0562-3CFA-EF7055291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C627E-F3B1-6826-909B-0EC7F6DB4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ABE84-9299-45DA-AF88-2850D0CBB3E1}" type="datetime1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59DAA0-A603-B191-4123-7DBB10584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9757C-D600-5D6A-43D8-F2D06CA0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4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45A57-F224-43F8-9B51-669D3F3E8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CDDA1-20D6-C63E-4FFB-47D6B088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0C994-1625-42E5-A417-12AAB84A6480}" type="datetime1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16089F-4EA8-DEE3-6F11-FAD2462A7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B9414-A731-2DA3-4601-2D35A243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40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06BC19-A5B1-3A07-8719-BFE03F2E7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567CC-5017-4881-9A47-CE4BD5E681E8}" type="datetime1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E2485-78B8-96E4-8149-543D75A3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A59A1-4495-0D1B-E33E-8E598AD2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33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DFF7-DC7B-2D47-14B0-2A7063CA3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D3E82-0AA8-8FB5-D390-643855044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4F368-1FBE-8889-9609-0DE3E61A9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1CCA1-5F76-04B2-B332-FA14884DA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D02FE-1B43-4B48-932B-61056F48026A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3D000-D788-FAFE-C148-77B0BDB2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5C224-9AEF-2D5A-4D7E-C5509EF9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9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DFCEC-A5E1-AA44-B51E-2C741B16A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FCE4E-DF8F-7BD1-8D8D-27C361BB1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CE4F4-2772-34C6-9C0E-B071BE1D8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AE7AC-59F1-C3F7-046C-16C5E65B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4BC3-6D9A-4D74-B7BC-F34386D9B93E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2A75F-FB79-C653-9B96-818E50919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E436B-8FB8-AEB6-5F3D-353BF83D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06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5736-0759-DFE1-652A-37EB2C5F8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6C25E1-5E54-4CFF-3F95-1BDD6E758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B97E9-EC20-B47D-3E33-306469544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90D1-8199-489A-B708-1BBC0A8A4A4C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F6A4-3CC6-8CC7-A4CB-55CC92E6C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2FDB8-880B-E5E2-DA02-DD5FB4721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2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EA626D-D8B2-DFB8-203B-E5BEA12D7A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BD0EED-B75F-6D65-DA85-C410C9029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7480E-D8EF-2C58-53B6-57F83B62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0762-A841-43F0-ACF8-4975C5A66E0B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3580F-6605-6E81-76D1-C9DCF0C39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AC1EE-33BD-77E5-BCC0-FAA7D398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9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7431F-44FB-2077-633D-C743E496B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545CB-A6FA-C206-A065-C11B2867D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8346E-043E-B380-C0C4-24289BBE0D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CD68F-9DA1-471E-AF6D-3CD24F36FEEF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2FEC3-F481-103B-26C4-D02A166F2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2DBA-0D1F-3DDF-559F-0E490ECB6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E8A01-FFED-4F48-8082-730ED0AC3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68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aws.amazon.com/blogs/machine-learning/build-an-end-to-end-mlops-pipeline-for-visual-quality-inspection-at-the-edge-part-1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mlflow.org/docs/latest/ml/traditional-ml/tutorials/creating-custom-pyfunc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B9D01-942A-EF85-00D3-A9C35C03DF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k-SK"/>
              <a:t>Úvod do </a:t>
            </a:r>
            <a:r>
              <a:rPr lang="en-US"/>
              <a:t>MLOPS</a:t>
            </a:r>
            <a:br>
              <a:rPr lang="sk-SK"/>
            </a:br>
            <a:r>
              <a:rPr lang="en-US"/>
              <a:t> </a:t>
            </a:r>
            <a:r>
              <a:rPr lang="en-US" err="1"/>
              <a:t>MLflow</a:t>
            </a:r>
            <a:r>
              <a:rPr lang="sk-SK"/>
              <a:t> </a:t>
            </a:r>
            <a:r>
              <a:rPr lang="sk-SK" err="1"/>
              <a:t>workšop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B9591-6DC7-648B-43BD-EC712344A3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Milan Straka</a:t>
            </a:r>
          </a:p>
          <a:p>
            <a:r>
              <a:rPr lang="en-US"/>
              <a:t>FRI UNIZA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83EF08-CE16-FDD3-3BC7-E526D15EC882}"/>
              </a:ext>
            </a:extLst>
          </p:cNvPr>
          <p:cNvSpPr txBox="1">
            <a:spLocks/>
          </p:cNvSpPr>
          <p:nvPr/>
        </p:nvSpPr>
        <p:spPr>
          <a:xfrm>
            <a:off x="558800" y="5375276"/>
            <a:ext cx="10109200" cy="103796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KEGA 008ŽU-4/2024 SCORE4AI</a:t>
            </a:r>
            <a:r>
              <a:rPr lang="en-US"/>
              <a:t>: </a:t>
            </a:r>
            <a:r>
              <a:rPr lang="en-US" err="1"/>
              <a:t>Slovenský</a:t>
            </a:r>
            <a:r>
              <a:rPr lang="en-US"/>
              <a:t> </a:t>
            </a:r>
            <a:r>
              <a:rPr lang="en-US" err="1"/>
              <a:t>kolaboratívny</a:t>
            </a:r>
            <a:r>
              <a:rPr lang="en-US"/>
              <a:t> </a:t>
            </a:r>
            <a:r>
              <a:rPr lang="en-US" err="1"/>
              <a:t>otvorený</a:t>
            </a:r>
            <a:r>
              <a:rPr lang="en-US"/>
              <a:t> </a:t>
            </a:r>
            <a:r>
              <a:rPr lang="en-US" err="1"/>
              <a:t>výskumný</a:t>
            </a:r>
            <a:r>
              <a:rPr lang="en-US"/>
              <a:t> a </a:t>
            </a:r>
            <a:r>
              <a:rPr lang="en-US" err="1"/>
              <a:t>vzdelávací</a:t>
            </a:r>
            <a:r>
              <a:rPr lang="en-US"/>
              <a:t> </a:t>
            </a:r>
            <a:r>
              <a:rPr lang="en-US" err="1"/>
              <a:t>ekosystém</a:t>
            </a:r>
            <a:r>
              <a:rPr lang="en-US"/>
              <a:t> pre </a:t>
            </a:r>
            <a:r>
              <a:rPr lang="en-US" err="1"/>
              <a:t>umelú</a:t>
            </a:r>
            <a:r>
              <a:rPr lang="en-US"/>
              <a:t> </a:t>
            </a:r>
            <a:r>
              <a:rPr lang="en-US" err="1"/>
              <a:t>inteligenciu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DCCD7-2548-16A7-DB30-D01743FD5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21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B5AE0-8F01-19C6-391C-E31AD42D9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MLOPS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C3B8F-43E1-B9B3-002F-ED4418846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Machine Learning Operations (originated from DEVOPS)</a:t>
            </a:r>
          </a:p>
          <a:p>
            <a:r>
              <a:rPr lang="en-US"/>
              <a:t>Set of practices to </a:t>
            </a:r>
            <a:r>
              <a:rPr lang="en-US" b="1"/>
              <a:t>design</a:t>
            </a:r>
            <a:r>
              <a:rPr lang="en-US"/>
              <a:t>, </a:t>
            </a:r>
            <a:r>
              <a:rPr lang="en-US" b="1"/>
              <a:t>deploy</a:t>
            </a:r>
            <a:r>
              <a:rPr lang="en-US"/>
              <a:t> and </a:t>
            </a:r>
            <a:r>
              <a:rPr lang="en-US" b="1"/>
              <a:t>maintain</a:t>
            </a:r>
            <a:r>
              <a:rPr lang="en-US"/>
              <a:t> machine learning in production </a:t>
            </a:r>
            <a:r>
              <a:rPr lang="en-US" b="1"/>
              <a:t>continuously</a:t>
            </a:r>
            <a:r>
              <a:rPr lang="en-US"/>
              <a:t>, </a:t>
            </a:r>
            <a:r>
              <a:rPr lang="en-US" b="1"/>
              <a:t>reliably</a:t>
            </a:r>
            <a:r>
              <a:rPr lang="en-US"/>
              <a:t> and </a:t>
            </a:r>
            <a:r>
              <a:rPr lang="en-US" b="1"/>
              <a:t>efficiently</a:t>
            </a:r>
          </a:p>
          <a:p>
            <a:r>
              <a:rPr lang="en-US"/>
              <a:t>Process automatization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A9A9E3E-A9D0-FF24-07EA-59461B91EE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110056"/>
              </p:ext>
            </p:extLst>
          </p:nvPr>
        </p:nvGraphicFramePr>
        <p:xfrm>
          <a:off x="6046407" y="5298240"/>
          <a:ext cx="6492240" cy="3119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488EA66-CD54-009D-63F2-3B92491E9797}"/>
              </a:ext>
            </a:extLst>
          </p:cNvPr>
          <p:cNvSpPr/>
          <p:nvPr/>
        </p:nvSpPr>
        <p:spPr>
          <a:xfrm>
            <a:off x="274320" y="4978200"/>
            <a:ext cx="3703320" cy="32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CCDA8E-F0FC-FCF4-77AF-55FE6C808C28}"/>
              </a:ext>
            </a:extLst>
          </p:cNvPr>
          <p:cNvSpPr/>
          <p:nvPr/>
        </p:nvSpPr>
        <p:spPr>
          <a:xfrm>
            <a:off x="4050792" y="4978200"/>
            <a:ext cx="3813048" cy="32004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Development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A2E7CA-6620-1F70-A2D0-E9207224B206}"/>
              </a:ext>
            </a:extLst>
          </p:cNvPr>
          <p:cNvSpPr/>
          <p:nvPr/>
        </p:nvSpPr>
        <p:spPr>
          <a:xfrm>
            <a:off x="7922895" y="4978200"/>
            <a:ext cx="3813048" cy="32004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Operations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E7DD1A9-9729-FF87-A706-EFB017FB1A64}"/>
              </a:ext>
            </a:extLst>
          </p:cNvPr>
          <p:cNvGrpSpPr/>
          <p:nvPr/>
        </p:nvGrpSpPr>
        <p:grpSpPr>
          <a:xfrm>
            <a:off x="265176" y="4080693"/>
            <a:ext cx="1572790" cy="829595"/>
            <a:chOff x="5403" y="828385"/>
            <a:chExt cx="1572790" cy="629116"/>
          </a:xfrm>
        </p:grpSpPr>
        <p:sp>
          <p:nvSpPr>
            <p:cNvPr id="26" name="Arrow: Pentagon 25">
              <a:extLst>
                <a:ext uri="{FF2B5EF4-FFF2-40B4-BE49-F238E27FC236}">
                  <a16:creationId xmlns:a16="http://schemas.microsoft.com/office/drawing/2014/main" id="{E0C76E6A-07A7-E054-B233-EF5169D77389}"/>
                </a:ext>
              </a:extLst>
            </p:cNvPr>
            <p:cNvSpPr/>
            <p:nvPr/>
          </p:nvSpPr>
          <p:spPr>
            <a:xfrm>
              <a:off x="5403" y="828385"/>
              <a:ext cx="1572790" cy="629116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000"/>
            </a:p>
          </p:txBody>
        </p:sp>
        <p:sp>
          <p:nvSpPr>
            <p:cNvPr id="27" name="Arrow: Pentagon 4">
              <a:extLst>
                <a:ext uri="{FF2B5EF4-FFF2-40B4-BE49-F238E27FC236}">
                  <a16:creationId xmlns:a16="http://schemas.microsoft.com/office/drawing/2014/main" id="{FC3F21FE-D373-55E0-847A-8C60B1781DB8}"/>
                </a:ext>
              </a:extLst>
            </p:cNvPr>
            <p:cNvSpPr txBox="1"/>
            <p:nvPr/>
          </p:nvSpPr>
          <p:spPr>
            <a:xfrm>
              <a:off x="5403" y="828385"/>
              <a:ext cx="1415511" cy="6291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008" tIns="32004" rIns="16002" bIns="32004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Problem definition &amp; requirements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F92EAE9-5427-4EEE-3B27-FFCB70854A29}"/>
              </a:ext>
            </a:extLst>
          </p:cNvPr>
          <p:cNvGrpSpPr/>
          <p:nvPr/>
        </p:nvGrpSpPr>
        <p:grpSpPr>
          <a:xfrm>
            <a:off x="1433880" y="4079807"/>
            <a:ext cx="1572790" cy="829596"/>
            <a:chOff x="1409940" y="828385"/>
            <a:chExt cx="1572790" cy="629117"/>
          </a:xfrm>
        </p:grpSpPr>
        <p:sp>
          <p:nvSpPr>
            <p:cNvPr id="24" name="Arrow: Chevron 23">
              <a:extLst>
                <a:ext uri="{FF2B5EF4-FFF2-40B4-BE49-F238E27FC236}">
                  <a16:creationId xmlns:a16="http://schemas.microsoft.com/office/drawing/2014/main" id="{1FE03A2B-0212-75DE-34A8-80398F45FA61}"/>
                </a:ext>
              </a:extLst>
            </p:cNvPr>
            <p:cNvSpPr/>
            <p:nvPr/>
          </p:nvSpPr>
          <p:spPr>
            <a:xfrm>
              <a:off x="1409940" y="828386"/>
              <a:ext cx="1572790" cy="629116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000"/>
            </a:p>
          </p:txBody>
        </p:sp>
        <p:sp>
          <p:nvSpPr>
            <p:cNvPr id="25" name="Arrow: Chevron 6">
              <a:extLst>
                <a:ext uri="{FF2B5EF4-FFF2-40B4-BE49-F238E27FC236}">
                  <a16:creationId xmlns:a16="http://schemas.microsoft.com/office/drawing/2014/main" id="{D9AB08A9-64AA-F295-610B-859ED61436E1}"/>
                </a:ext>
              </a:extLst>
            </p:cNvPr>
            <p:cNvSpPr txBox="1"/>
            <p:nvPr/>
          </p:nvSpPr>
          <p:spPr>
            <a:xfrm>
              <a:off x="1704337" y="828385"/>
              <a:ext cx="943674" cy="6291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Exploratory data analysis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97ED08-96A2-1541-4A57-CA5AC841C559}"/>
              </a:ext>
            </a:extLst>
          </p:cNvPr>
          <p:cNvGrpSpPr/>
          <p:nvPr/>
        </p:nvGrpSpPr>
        <p:grpSpPr>
          <a:xfrm>
            <a:off x="2597491" y="4080693"/>
            <a:ext cx="1572790" cy="829595"/>
            <a:chOff x="2531393" y="828385"/>
            <a:chExt cx="1572790" cy="629116"/>
          </a:xfrm>
        </p:grpSpPr>
        <p:sp>
          <p:nvSpPr>
            <p:cNvPr id="22" name="Arrow: Chevron 21">
              <a:extLst>
                <a:ext uri="{FF2B5EF4-FFF2-40B4-BE49-F238E27FC236}">
                  <a16:creationId xmlns:a16="http://schemas.microsoft.com/office/drawing/2014/main" id="{8592AA57-82FB-D85B-EC43-8A81BAEA0357}"/>
                </a:ext>
              </a:extLst>
            </p:cNvPr>
            <p:cNvSpPr/>
            <p:nvPr/>
          </p:nvSpPr>
          <p:spPr>
            <a:xfrm>
              <a:off x="2531393" y="828385"/>
              <a:ext cx="1572790" cy="629116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000"/>
            </a:p>
          </p:txBody>
        </p:sp>
        <p:sp>
          <p:nvSpPr>
            <p:cNvPr id="23" name="Arrow: Chevron 8">
              <a:extLst>
                <a:ext uri="{FF2B5EF4-FFF2-40B4-BE49-F238E27FC236}">
                  <a16:creationId xmlns:a16="http://schemas.microsoft.com/office/drawing/2014/main" id="{354D689F-9559-1839-CA91-E4CD9F6F0242}"/>
                </a:ext>
              </a:extLst>
            </p:cNvPr>
            <p:cNvSpPr txBox="1"/>
            <p:nvPr/>
          </p:nvSpPr>
          <p:spPr>
            <a:xfrm>
              <a:off x="2836426" y="828385"/>
              <a:ext cx="943674" cy="6291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Implementation design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DC3A7B-2E26-3163-74C3-312E8FED720D}"/>
              </a:ext>
            </a:extLst>
          </p:cNvPr>
          <p:cNvGrpSpPr/>
          <p:nvPr/>
        </p:nvGrpSpPr>
        <p:grpSpPr>
          <a:xfrm>
            <a:off x="3789490" y="4093393"/>
            <a:ext cx="1687613" cy="802425"/>
            <a:chOff x="3762346" y="828385"/>
            <a:chExt cx="1572790" cy="629116"/>
          </a:xfrm>
        </p:grpSpPr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E0D46E84-C100-E5FB-9AE1-6032E57E466C}"/>
                </a:ext>
              </a:extLst>
            </p:cNvPr>
            <p:cNvSpPr/>
            <p:nvPr/>
          </p:nvSpPr>
          <p:spPr>
            <a:xfrm>
              <a:off x="3762346" y="828385"/>
              <a:ext cx="1572790" cy="629116"/>
            </a:xfrm>
            <a:prstGeom prst="chevron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000"/>
            </a:p>
          </p:txBody>
        </p:sp>
        <p:sp>
          <p:nvSpPr>
            <p:cNvPr id="30" name="Arrow: Chevron 10">
              <a:extLst>
                <a:ext uri="{FF2B5EF4-FFF2-40B4-BE49-F238E27FC236}">
                  <a16:creationId xmlns:a16="http://schemas.microsoft.com/office/drawing/2014/main" id="{630A10BD-72C6-FD57-5664-EEF8FB9506AB}"/>
                </a:ext>
              </a:extLst>
            </p:cNvPr>
            <p:cNvSpPr txBox="1"/>
            <p:nvPr/>
          </p:nvSpPr>
          <p:spPr>
            <a:xfrm>
              <a:off x="4094658" y="828385"/>
              <a:ext cx="943674" cy="6291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Feature engineering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9465E07-179F-D2A5-2AFB-12EFC6E26672}"/>
              </a:ext>
            </a:extLst>
          </p:cNvPr>
          <p:cNvGrpSpPr/>
          <p:nvPr/>
        </p:nvGrpSpPr>
        <p:grpSpPr>
          <a:xfrm>
            <a:off x="5028672" y="4093393"/>
            <a:ext cx="1687613" cy="802425"/>
            <a:chOff x="5038332" y="828385"/>
            <a:chExt cx="1572790" cy="629116"/>
          </a:xfrm>
        </p:grpSpPr>
        <p:sp>
          <p:nvSpPr>
            <p:cNvPr id="32" name="Arrow: Chevron 31">
              <a:extLst>
                <a:ext uri="{FF2B5EF4-FFF2-40B4-BE49-F238E27FC236}">
                  <a16:creationId xmlns:a16="http://schemas.microsoft.com/office/drawing/2014/main" id="{0946A86D-3D5D-A8B8-915B-A7D3724DEFA6}"/>
                </a:ext>
              </a:extLst>
            </p:cNvPr>
            <p:cNvSpPr/>
            <p:nvPr/>
          </p:nvSpPr>
          <p:spPr>
            <a:xfrm>
              <a:off x="5038332" y="828385"/>
              <a:ext cx="1572790" cy="629116"/>
            </a:xfrm>
            <a:prstGeom prst="chevron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000"/>
            </a:p>
          </p:txBody>
        </p:sp>
        <p:sp>
          <p:nvSpPr>
            <p:cNvPr id="33" name="Arrow: Chevron 12">
              <a:extLst>
                <a:ext uri="{FF2B5EF4-FFF2-40B4-BE49-F238E27FC236}">
                  <a16:creationId xmlns:a16="http://schemas.microsoft.com/office/drawing/2014/main" id="{364B9B65-F189-5E3E-E900-1DD956923851}"/>
                </a:ext>
              </a:extLst>
            </p:cNvPr>
            <p:cNvSpPr txBox="1"/>
            <p:nvPr/>
          </p:nvSpPr>
          <p:spPr>
            <a:xfrm>
              <a:off x="5352890" y="828385"/>
              <a:ext cx="943674" cy="6291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Experiment design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6923D58-3613-2BAC-4B06-F93C45653D4C}"/>
              </a:ext>
            </a:extLst>
          </p:cNvPr>
          <p:cNvGrpSpPr/>
          <p:nvPr/>
        </p:nvGrpSpPr>
        <p:grpSpPr>
          <a:xfrm>
            <a:off x="6258330" y="4093393"/>
            <a:ext cx="1687613" cy="802425"/>
            <a:chOff x="6296565" y="828385"/>
            <a:chExt cx="1572790" cy="629116"/>
          </a:xfrm>
        </p:grpSpPr>
        <p:sp>
          <p:nvSpPr>
            <p:cNvPr id="35" name="Arrow: Chevron 34">
              <a:extLst>
                <a:ext uri="{FF2B5EF4-FFF2-40B4-BE49-F238E27FC236}">
                  <a16:creationId xmlns:a16="http://schemas.microsoft.com/office/drawing/2014/main" id="{F4FF2508-36F1-6E74-DCF8-9BED887C60EF}"/>
                </a:ext>
              </a:extLst>
            </p:cNvPr>
            <p:cNvSpPr/>
            <p:nvPr/>
          </p:nvSpPr>
          <p:spPr>
            <a:xfrm>
              <a:off x="6296565" y="828385"/>
              <a:ext cx="1572790" cy="629116"/>
            </a:xfrm>
            <a:prstGeom prst="chevron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000"/>
            </a:p>
          </p:txBody>
        </p:sp>
        <p:sp>
          <p:nvSpPr>
            <p:cNvPr id="36" name="Arrow: Chevron 14">
              <a:extLst>
                <a:ext uri="{FF2B5EF4-FFF2-40B4-BE49-F238E27FC236}">
                  <a16:creationId xmlns:a16="http://schemas.microsoft.com/office/drawing/2014/main" id="{AF4E650E-909E-284E-5770-98B54BE4AE2A}"/>
                </a:ext>
              </a:extLst>
            </p:cNvPr>
            <p:cNvSpPr txBox="1"/>
            <p:nvPr/>
          </p:nvSpPr>
          <p:spPr>
            <a:xfrm>
              <a:off x="6611123" y="828385"/>
              <a:ext cx="943674" cy="6291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Model  training &amp; evaluation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6F0A7E8-5627-58E0-0F3E-81D7CFEC0FC0}"/>
              </a:ext>
            </a:extLst>
          </p:cNvPr>
          <p:cNvGrpSpPr/>
          <p:nvPr/>
        </p:nvGrpSpPr>
        <p:grpSpPr>
          <a:xfrm>
            <a:off x="7585131" y="4093393"/>
            <a:ext cx="1687613" cy="802425"/>
            <a:chOff x="3766783" y="828385"/>
            <a:chExt cx="1572790" cy="629116"/>
          </a:xfrm>
        </p:grpSpPr>
        <p:sp>
          <p:nvSpPr>
            <p:cNvPr id="41" name="Arrow: Chevron 40">
              <a:extLst>
                <a:ext uri="{FF2B5EF4-FFF2-40B4-BE49-F238E27FC236}">
                  <a16:creationId xmlns:a16="http://schemas.microsoft.com/office/drawing/2014/main" id="{DDB42776-8CAC-262A-DDE1-4510258E5502}"/>
                </a:ext>
              </a:extLst>
            </p:cNvPr>
            <p:cNvSpPr/>
            <p:nvPr/>
          </p:nvSpPr>
          <p:spPr>
            <a:xfrm>
              <a:off x="3766783" y="828385"/>
              <a:ext cx="1572790" cy="629116"/>
            </a:xfrm>
            <a:prstGeom prst="chevron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000"/>
            </a:p>
          </p:txBody>
        </p:sp>
        <p:sp>
          <p:nvSpPr>
            <p:cNvPr id="42" name="Arrow: Chevron 10">
              <a:extLst>
                <a:ext uri="{FF2B5EF4-FFF2-40B4-BE49-F238E27FC236}">
                  <a16:creationId xmlns:a16="http://schemas.microsoft.com/office/drawing/2014/main" id="{D8547BE3-906E-7C14-7A1F-50B2E78E7DB3}"/>
                </a:ext>
              </a:extLst>
            </p:cNvPr>
            <p:cNvSpPr txBox="1"/>
            <p:nvPr/>
          </p:nvSpPr>
          <p:spPr>
            <a:xfrm>
              <a:off x="4081341" y="828385"/>
              <a:ext cx="943674" cy="6291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Setup CI/CD pipeline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FCB2D08-3760-C3C5-AAAF-68DE77D6211E}"/>
              </a:ext>
            </a:extLst>
          </p:cNvPr>
          <p:cNvGrpSpPr/>
          <p:nvPr/>
        </p:nvGrpSpPr>
        <p:grpSpPr>
          <a:xfrm>
            <a:off x="8914802" y="4093393"/>
            <a:ext cx="1687613" cy="802425"/>
            <a:chOff x="5038332" y="828385"/>
            <a:chExt cx="1572790" cy="629116"/>
          </a:xfrm>
        </p:grpSpPr>
        <p:sp>
          <p:nvSpPr>
            <p:cNvPr id="44" name="Arrow: Chevron 43">
              <a:extLst>
                <a:ext uri="{FF2B5EF4-FFF2-40B4-BE49-F238E27FC236}">
                  <a16:creationId xmlns:a16="http://schemas.microsoft.com/office/drawing/2014/main" id="{BA8373DC-B1AD-BE9F-9AEC-728643019A45}"/>
                </a:ext>
              </a:extLst>
            </p:cNvPr>
            <p:cNvSpPr/>
            <p:nvPr/>
          </p:nvSpPr>
          <p:spPr>
            <a:xfrm>
              <a:off x="5038332" y="828385"/>
              <a:ext cx="1572790" cy="629116"/>
            </a:xfrm>
            <a:prstGeom prst="chevron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000"/>
            </a:p>
          </p:txBody>
        </p:sp>
        <p:sp>
          <p:nvSpPr>
            <p:cNvPr id="45" name="Arrow: Chevron 12">
              <a:extLst>
                <a:ext uri="{FF2B5EF4-FFF2-40B4-BE49-F238E27FC236}">
                  <a16:creationId xmlns:a16="http://schemas.microsoft.com/office/drawing/2014/main" id="{D73D9DBF-3296-9C79-5A1C-218ED6B75CFF}"/>
                </a:ext>
              </a:extLst>
            </p:cNvPr>
            <p:cNvSpPr txBox="1"/>
            <p:nvPr/>
          </p:nvSpPr>
          <p:spPr>
            <a:xfrm>
              <a:off x="5352890" y="828385"/>
              <a:ext cx="943674" cy="6291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Deploy model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D2988D9-A53C-6678-EE01-35D6B09D94F0}"/>
              </a:ext>
            </a:extLst>
          </p:cNvPr>
          <p:cNvGrpSpPr/>
          <p:nvPr/>
        </p:nvGrpSpPr>
        <p:grpSpPr>
          <a:xfrm>
            <a:off x="10244480" y="4093393"/>
            <a:ext cx="1687613" cy="802425"/>
            <a:chOff x="6469674" y="828385"/>
            <a:chExt cx="1572790" cy="629116"/>
          </a:xfrm>
        </p:grpSpPr>
        <p:sp>
          <p:nvSpPr>
            <p:cNvPr id="47" name="Arrow: Chevron 46">
              <a:extLst>
                <a:ext uri="{FF2B5EF4-FFF2-40B4-BE49-F238E27FC236}">
                  <a16:creationId xmlns:a16="http://schemas.microsoft.com/office/drawing/2014/main" id="{CFD429E8-7FE6-0FFB-7413-DD8061273ED6}"/>
                </a:ext>
              </a:extLst>
            </p:cNvPr>
            <p:cNvSpPr/>
            <p:nvPr/>
          </p:nvSpPr>
          <p:spPr>
            <a:xfrm>
              <a:off x="6469674" y="828385"/>
              <a:ext cx="1572790" cy="629116"/>
            </a:xfrm>
            <a:prstGeom prst="chevron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000"/>
            </a:p>
          </p:txBody>
        </p:sp>
        <p:sp>
          <p:nvSpPr>
            <p:cNvPr id="48" name="Arrow: Chevron 14">
              <a:extLst>
                <a:ext uri="{FF2B5EF4-FFF2-40B4-BE49-F238E27FC236}">
                  <a16:creationId xmlns:a16="http://schemas.microsoft.com/office/drawing/2014/main" id="{770171D5-73C6-98B6-5E5E-9CCF78CB9B63}"/>
                </a:ext>
              </a:extLst>
            </p:cNvPr>
            <p:cNvSpPr txBox="1"/>
            <p:nvPr/>
          </p:nvSpPr>
          <p:spPr>
            <a:xfrm>
              <a:off x="6775354" y="828385"/>
              <a:ext cx="943674" cy="6291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Monitoring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1A076-8061-6C15-DE12-3A3EB03F1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08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9E2F52-1383-DDFE-2FB9-27EAA336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MLOPS process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87FAE-AA10-4786-396F-BCBC5B5AA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>
                <a:hlinkClick r:id="rId2"/>
              </a:rPr>
              <a:t>https://aws.amazon.com/blogs/machine-learning/build-an-end-to-end-mlops-pipeline-for-visual-quality-inspection-at-the-edge-part-1/</a:t>
            </a:r>
            <a:r>
              <a:rPr lang="en-US" sz="2200"/>
              <a:t> </a:t>
            </a:r>
          </a:p>
        </p:txBody>
      </p:sp>
      <p:pic>
        <p:nvPicPr>
          <p:cNvPr id="4" name="Picture 3" descr="Build an end-to-end MLOps pipeline for visual quality inspection at the  edge – Part 1 | Artificial Intelligence">
            <a:extLst>
              <a:ext uri="{FF2B5EF4-FFF2-40B4-BE49-F238E27FC236}">
                <a16:creationId xmlns:a16="http://schemas.microsoft.com/office/drawing/2014/main" id="{FB56A314-B2DB-E1EB-3395-3B41EFF8F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779697"/>
            <a:ext cx="6903720" cy="529860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4D0B3-352D-71BB-1963-5836CE10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18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29286-EA5A-FC55-275D-AE2122987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A4EA4-6614-C9B0-0D05-DA55FDBDB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applications of MLOPS for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51CC3-CA1C-8EFF-16AC-D12DB07ED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05232"/>
            <a:ext cx="10691265" cy="4256656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Doing “true” models – knowing how to realistically evaluate models</a:t>
            </a:r>
          </a:p>
          <a:p>
            <a:pPr lvl="1"/>
            <a:r>
              <a:rPr lang="en-US"/>
              <a:t>Avoiding biased models</a:t>
            </a:r>
          </a:p>
          <a:p>
            <a:pPr lvl="1"/>
            <a:r>
              <a:rPr lang="en-US"/>
              <a:t>People often do magic with models and data to produce reliable result</a:t>
            </a:r>
          </a:p>
          <a:p>
            <a:pPr lvl="1"/>
            <a:r>
              <a:rPr lang="en-US"/>
              <a:t>Avoid data leakage, peeking </a:t>
            </a:r>
          </a:p>
          <a:p>
            <a:r>
              <a:rPr lang="en-US"/>
              <a:t>Tidier handling of experiments</a:t>
            </a:r>
          </a:p>
          <a:p>
            <a:pPr lvl="1"/>
            <a:r>
              <a:rPr lang="en-US"/>
              <a:t>Data version control – DVC – data versioning – integrated with Git</a:t>
            </a:r>
            <a:endParaRPr lang="en-US" b="1"/>
          </a:p>
          <a:p>
            <a:pPr lvl="1"/>
            <a:r>
              <a:rPr lang="en-US" b="1"/>
              <a:t>Experiment tracking with </a:t>
            </a:r>
            <a:r>
              <a:rPr lang="en-US" b="1" err="1"/>
              <a:t>MLFlow</a:t>
            </a:r>
            <a:endParaRPr lang="en-US" b="1"/>
          </a:p>
          <a:p>
            <a:r>
              <a:rPr lang="en-US"/>
              <a:t>Using AI to tune hyperparameters</a:t>
            </a:r>
            <a:endParaRPr lang="sk-SK"/>
          </a:p>
          <a:p>
            <a:r>
              <a:rPr lang="en-US"/>
              <a:t>Better utilization of cloud services – e.g. when no local machines are available</a:t>
            </a:r>
          </a:p>
          <a:p>
            <a:r>
              <a:rPr lang="en-US"/>
              <a:t>Certain parts as </a:t>
            </a:r>
            <a:r>
              <a:rPr lang="en-US" err="1"/>
              <a:t>dockerization</a:t>
            </a:r>
            <a:r>
              <a:rPr lang="en-US"/>
              <a:t>, CI/CD are more related to business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D4F22-6DB0-B1A4-C968-2E578F738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49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0E7BB-A79C-CB21-037A-5E5180CEE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to read</a:t>
            </a:r>
          </a:p>
        </p:txBody>
      </p:sp>
      <p:pic>
        <p:nvPicPr>
          <p:cNvPr id="4" name="Content Placeholder 3" descr="Amazon.com: Designing Machine Learning Systems: An Iterative Process for  Production-Ready Applications: 9781098107963: Huyen, Chip: Books">
            <a:extLst>
              <a:ext uri="{FF2B5EF4-FFF2-40B4-BE49-F238E27FC236}">
                <a16:creationId xmlns:a16="http://schemas.microsoft.com/office/drawing/2014/main" id="{0C2BEC5F-7E84-8FA1-4B71-8BE945BC0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4584" y="643466"/>
            <a:ext cx="4246163" cy="556873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44E316-A938-177C-4538-76A47C31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6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7E48-9660-CB9C-F38F-7E6BA4B6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to teach MLOPS?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A6E5A-5D0C-AAE5-A9E6-7039ADC2F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Most courses related to “standard machine learning”</a:t>
            </a:r>
          </a:p>
          <a:p>
            <a:pPr lvl="1"/>
            <a:r>
              <a:rPr lang="en-US"/>
              <a:t>Talking about math / model, maybe a little implementation</a:t>
            </a:r>
          </a:p>
          <a:p>
            <a:pPr lvl="1"/>
            <a:r>
              <a:rPr lang="en-US"/>
              <a:t>OFC math is important but in reality … </a:t>
            </a:r>
          </a:p>
          <a:p>
            <a:r>
              <a:rPr lang="en-US"/>
              <a:t>School assignments: Train a few variants of models, use maybe a single dataset and never see/need the model again</a:t>
            </a:r>
          </a:p>
          <a:p>
            <a:r>
              <a:rPr lang="en-US"/>
              <a:t>Graduates do mostly engineering with/around ML/DL models</a:t>
            </a:r>
          </a:p>
          <a:p>
            <a:r>
              <a:rPr lang="en-US"/>
              <a:t>Not much taught about real-life implementations and maintenance of such models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5EF52-7E03-2A1F-9974-D5C1E7BCF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09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D463-3AAD-CFAB-10A8-2F650A4C6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 of MLOPS course at FRI UNIZA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D3EA-3604-307F-7560-ED1F778B7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>
                <a:effectLst/>
              </a:rPr>
              <a:t>Data Management</a:t>
            </a:r>
            <a:r>
              <a:rPr lang="en-US">
                <a:effectLst/>
              </a:rPr>
              <a:t> — ETL/ELT, data versioning with DVC, schema validation, batch and streaming pipelines.</a:t>
            </a:r>
          </a:p>
          <a:p>
            <a:r>
              <a:rPr lang="en-US" b="1">
                <a:effectLst/>
              </a:rPr>
              <a:t>Model Development</a:t>
            </a:r>
            <a:r>
              <a:rPr lang="en-US">
                <a:effectLst/>
              </a:rPr>
              <a:t> — Hyperparameter tuning, experiment tracking with </a:t>
            </a:r>
            <a:r>
              <a:rPr lang="en-US" err="1">
                <a:effectLst/>
              </a:rPr>
              <a:t>MLflow</a:t>
            </a:r>
            <a:r>
              <a:rPr lang="en-US">
                <a:effectLst/>
              </a:rPr>
              <a:t>, model comparison and versioning.</a:t>
            </a:r>
          </a:p>
          <a:p>
            <a:r>
              <a:rPr lang="en-US" b="1">
                <a:effectLst/>
              </a:rPr>
              <a:t>Evaluation &amp; Testing</a:t>
            </a:r>
            <a:r>
              <a:rPr lang="en-US">
                <a:effectLst/>
              </a:rPr>
              <a:t> — Offline/online evaluation, A/B testing, unit tests, and evaluation pipeline implementation.</a:t>
            </a:r>
          </a:p>
          <a:p>
            <a:r>
              <a:rPr lang="en-US" b="1">
                <a:effectLst/>
              </a:rPr>
              <a:t>Deployment</a:t>
            </a:r>
            <a:r>
              <a:rPr lang="en-US">
                <a:effectLst/>
              </a:rPr>
              <a:t> — Docker, Kubernetes, REST APIs, auto-scaling, and blue-green/canary deployment patterns.</a:t>
            </a:r>
          </a:p>
          <a:p>
            <a:r>
              <a:rPr lang="en-US" b="1">
                <a:effectLst/>
              </a:rPr>
              <a:t>CI/CD</a:t>
            </a:r>
            <a:r>
              <a:rPr lang="en-US">
                <a:effectLst/>
              </a:rPr>
              <a:t> — Automated testing and delivery pipelines via GitHub Actions, </a:t>
            </a:r>
            <a:r>
              <a:rPr lang="en-US" err="1">
                <a:effectLst/>
              </a:rPr>
              <a:t>GitOps</a:t>
            </a:r>
            <a:r>
              <a:rPr lang="en-US">
                <a:effectLst/>
              </a:rPr>
              <a:t>, and pipeline orchestration.</a:t>
            </a:r>
          </a:p>
          <a:p>
            <a:r>
              <a:rPr lang="en-US" b="1">
                <a:effectLst/>
              </a:rPr>
              <a:t>Monitoring &amp; Ethics</a:t>
            </a:r>
            <a:r>
              <a:rPr lang="en-US">
                <a:effectLst/>
              </a:rPr>
              <a:t> — Drift detection, Prometheus/Grafana alerting, automated retraining, and fairness considerations.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673E2-3516-47FE-97E2-39270586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70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704F-7CEE-211A-F192-B3A53EDB8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 tracking and versioning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ABE89-69BD-3226-9E10-BAF52C8C8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experiment with many architectures and models</a:t>
            </a:r>
          </a:p>
          <a:p>
            <a:r>
              <a:rPr lang="en-US"/>
              <a:t>Some models are similar, yet may have different performance</a:t>
            </a:r>
          </a:p>
          <a:p>
            <a:r>
              <a:rPr lang="en-US"/>
              <a:t>Need to track the models arises</a:t>
            </a:r>
          </a:p>
          <a:p>
            <a:r>
              <a:rPr lang="en-US"/>
              <a:t>We need to track </a:t>
            </a:r>
            <a:r>
              <a:rPr lang="en-US" i="1"/>
              <a:t>artifacts</a:t>
            </a:r>
          </a:p>
          <a:p>
            <a:pPr lvl="1"/>
            <a:r>
              <a:rPr lang="en-US"/>
              <a:t>File generated during experiment (loss curve…)</a:t>
            </a:r>
          </a:p>
          <a:p>
            <a:r>
              <a:rPr lang="en-US"/>
              <a:t>Comparing experiments helps understanding the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2AC57-79B3-A0A9-1E74-CBC1A5B80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3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A8AC-5A1E-0BDD-206D-EB7EEFBC3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82B0-DF0F-C560-77F8-365319C4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Process of tracking progress and results of an experiment</a:t>
            </a:r>
          </a:p>
          <a:p>
            <a:r>
              <a:rPr lang="en-US"/>
              <a:t>Important to know what happens in your model during training</a:t>
            </a:r>
          </a:p>
          <a:p>
            <a:pPr lvl="1"/>
            <a:r>
              <a:rPr lang="en-US"/>
              <a:t>Does my model learn anything useful?</a:t>
            </a:r>
          </a:p>
          <a:p>
            <a:r>
              <a:rPr lang="en-US"/>
              <a:t>As often are many things tracked, it requires a system</a:t>
            </a:r>
          </a:p>
          <a:p>
            <a:pPr lvl="1"/>
            <a:r>
              <a:rPr lang="en-US"/>
              <a:t>Most of the tracked we check only if something happens</a:t>
            </a:r>
          </a:p>
          <a:p>
            <a:r>
              <a:rPr lang="en-US"/>
              <a:t>Enables comparison across experiments</a:t>
            </a:r>
          </a:p>
          <a:p>
            <a:r>
              <a:rPr lang="en-US"/>
              <a:t>Simple tracking - branch for each experiment with logs?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A4D04-BDCA-3AD0-A9D6-9F22450B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47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1A3A0-4593-E5DE-B7AE-CAC13340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0580E-4750-7D89-CE72-CA71812C9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Process of logging all the details of an experiment to recreate it or compare with other experiments</a:t>
            </a:r>
          </a:p>
          <a:p>
            <a:r>
              <a:rPr lang="en-US"/>
              <a:t>You have a nice model results, however after some time you can’t replicate them (you changed some code …)</a:t>
            </a:r>
          </a:p>
          <a:p>
            <a:r>
              <a:rPr lang="en-US"/>
              <a:t>Hope everybody uses code versioning</a:t>
            </a:r>
          </a:p>
          <a:p>
            <a:pPr lvl="1"/>
            <a:r>
              <a:rPr lang="en-US"/>
              <a:t>What about data versioning? </a:t>
            </a:r>
          </a:p>
          <a:p>
            <a:pPr lvl="1"/>
            <a:r>
              <a:rPr lang="en-US"/>
              <a:t>Data can be very large compared to code</a:t>
            </a:r>
          </a:p>
          <a:p>
            <a:r>
              <a:rPr lang="en-US"/>
              <a:t>Challenges in data versioning</a:t>
            </a:r>
          </a:p>
          <a:p>
            <a:pPr lvl="1"/>
            <a:r>
              <a:rPr lang="en-US"/>
              <a:t>merge conflicts – two models trained in two different data versions wont merge into the same</a:t>
            </a:r>
          </a:p>
          <a:p>
            <a:pPr lvl="1"/>
            <a:r>
              <a:rPr lang="en-US"/>
              <a:t>GDPR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2DB70-51E2-A41E-8AA1-98F956FC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1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6D12A-2FD4-9FD1-5BCA-069A86C4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55ECFCA-66E3-6870-4D48-D2DE3704B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07D2C87-630F-BCFD-3B6B-AD19F178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11</a:t>
            </a:fld>
            <a:endParaRPr lang="en-US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B840CA80-7A2D-F5AA-DC47-11ADE4CEB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837" y="253837"/>
            <a:ext cx="6350326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36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073A-4764-A4F6-60B2-ECBD33DCB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MLflow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1EBDC-73C6-1CCA-665E-E5C0BAC62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MLflow</a:t>
            </a:r>
            <a:r>
              <a:rPr lang="en-US"/>
              <a:t> was created by Databricks, the company founded by the original creators of Apache Spark, first announced in 2018</a:t>
            </a:r>
            <a:endParaRPr lang="sk-SK"/>
          </a:p>
          <a:p>
            <a:r>
              <a:rPr lang="en-US"/>
              <a:t>Open-source platform for managing end-to-end machine learning lifecycle</a:t>
            </a:r>
          </a:p>
          <a:p>
            <a:r>
              <a:rPr lang="en-US"/>
              <a:t>4 key components:</a:t>
            </a:r>
          </a:p>
          <a:p>
            <a:pPr lvl="1"/>
            <a:r>
              <a:rPr lang="en-US" err="1"/>
              <a:t>MLflow</a:t>
            </a:r>
            <a:r>
              <a:rPr lang="en-US"/>
              <a:t> Tracking</a:t>
            </a:r>
          </a:p>
          <a:p>
            <a:pPr lvl="1"/>
            <a:r>
              <a:rPr lang="en-US" err="1"/>
              <a:t>MLflow</a:t>
            </a:r>
            <a:r>
              <a:rPr lang="en-US"/>
              <a:t> Models</a:t>
            </a:r>
          </a:p>
          <a:p>
            <a:pPr lvl="1"/>
            <a:r>
              <a:rPr lang="en-US"/>
              <a:t>Model Registry</a:t>
            </a:r>
          </a:p>
          <a:p>
            <a:pPr lvl="1"/>
            <a:r>
              <a:rPr lang="en-US" err="1"/>
              <a:t>Mlflow</a:t>
            </a:r>
            <a:r>
              <a:rPr lang="en-US"/>
              <a:t> Projects</a:t>
            </a:r>
          </a:p>
          <a:p>
            <a:r>
              <a:rPr lang="en-US"/>
              <a:t>Run locally or self-hosted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EE444-ADDE-71EE-5325-099D3E64C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95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201C-CD8D-458D-AA73-D2B5FEA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MLflow</a:t>
            </a:r>
            <a:r>
              <a:rPr lang="en-US"/>
              <a:t>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11A10-0334-8910-6793-33DEDB304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904"/>
            <a:ext cx="10515600" cy="43982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Experiments</a:t>
            </a:r>
            <a:endParaRPr lang="en-US"/>
          </a:p>
          <a:p>
            <a:r>
              <a:rPr lang="en-US"/>
              <a:t>A top-level container grouping related runs — typically one per prediction problem.</a:t>
            </a:r>
          </a:p>
          <a:p>
            <a:r>
              <a:rPr lang="en-US"/>
              <a:t>Created/reused via </a:t>
            </a:r>
            <a:r>
              <a:rPr lang="en-US" sz="2600" err="1">
                <a:latin typeface="Consolas" panose="020B0609020204030204" pitchFamily="49" charset="0"/>
              </a:rPr>
              <a:t>mlflow.set_experiment</a:t>
            </a:r>
            <a:r>
              <a:rPr lang="en-US" sz="2600">
                <a:latin typeface="Consolas" panose="020B0609020204030204" pitchFamily="49" charset="0"/>
              </a:rPr>
              <a:t>("name")</a:t>
            </a:r>
            <a:r>
              <a:rPr lang="en-US"/>
              <a:t>.</a:t>
            </a:r>
          </a:p>
          <a:p>
            <a:r>
              <a:rPr lang="en-US"/>
              <a:t>compare metrics and params across many runs in the UI.</a:t>
            </a:r>
            <a:endParaRPr lang="sk-SK"/>
          </a:p>
          <a:p>
            <a:pPr marL="0" indent="0">
              <a:buNone/>
            </a:pPr>
            <a:r>
              <a:rPr lang="en-US" b="1"/>
              <a:t>Runs</a:t>
            </a:r>
            <a:endParaRPr lang="en-US"/>
          </a:p>
          <a:p>
            <a:r>
              <a:rPr lang="en-US"/>
              <a:t>A single training attempt with one specific model and hyperparameter configuration.</a:t>
            </a:r>
          </a:p>
          <a:p>
            <a:r>
              <a:rPr lang="en-US"/>
              <a:t>Started with </a:t>
            </a:r>
            <a:r>
              <a:rPr lang="en-US" sz="2600" err="1">
                <a:latin typeface="Consolas" panose="020B0609020204030204" pitchFamily="49" charset="0"/>
              </a:rPr>
              <a:t>mlflow.start_run</a:t>
            </a:r>
            <a:r>
              <a:rPr lang="en-US" sz="2600">
                <a:latin typeface="Consolas" panose="020B0609020204030204" pitchFamily="49" charset="0"/>
              </a:rPr>
              <a:t>()</a:t>
            </a:r>
            <a:r>
              <a:rPr lang="en-US"/>
              <a:t>, nested inside an experiment.</a:t>
            </a:r>
          </a:p>
          <a:p>
            <a:r>
              <a:rPr lang="en-US"/>
              <a:t>Logs params, metrics, and artifacts</a:t>
            </a:r>
            <a:endParaRPr lang="sk-SK"/>
          </a:p>
          <a:p>
            <a:pPr marL="0" indent="0">
              <a:buNone/>
            </a:pPr>
            <a:endParaRPr lang="sk-SK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F6F76-E8C3-54E7-4E7B-D1B2E7FD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29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DF7D8-0A16-579A-6944-07D7AE9C4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71A6-D38D-9BA1-74A7-65D9FA1E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MLflow</a:t>
            </a:r>
            <a:r>
              <a:rPr lang="en-US"/>
              <a:t> tracking</a:t>
            </a:r>
            <a:r>
              <a:rPr lang="sk-SK"/>
              <a:t> - </a:t>
            </a:r>
            <a:r>
              <a:rPr lang="sk-SK" err="1"/>
              <a:t>Example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8A12-9085-C4BD-BD43-B7F73E1E2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904"/>
            <a:ext cx="10515600" cy="4398264"/>
          </a:xfrm>
        </p:spPr>
        <p:txBody>
          <a:bodyPr>
            <a:normAutofit/>
          </a:bodyPr>
          <a:lstStyle/>
          <a:p>
            <a:r>
              <a:rPr lang="en-US" noProof="0"/>
              <a:t>You need to track electricity price predictions</a:t>
            </a:r>
          </a:p>
          <a:p>
            <a:r>
              <a:rPr lang="en-US" noProof="0"/>
              <a:t>Create an experiment for the predictions</a:t>
            </a:r>
          </a:p>
          <a:p>
            <a:r>
              <a:rPr lang="en-US" noProof="0"/>
              <a:t>As run use models and parameters settings, e.g.:</a:t>
            </a:r>
          </a:p>
          <a:p>
            <a:pPr lvl="1"/>
            <a:r>
              <a:rPr lang="en-US" noProof="0"/>
              <a:t>run_1: XGBoost, 0.1 learning rate</a:t>
            </a:r>
          </a:p>
          <a:p>
            <a:pPr lvl="1"/>
            <a:r>
              <a:rPr lang="en-US" noProof="0"/>
              <a:t>run_2: XGBoost, 0.2 learning rate</a:t>
            </a:r>
            <a:endParaRPr lang="sk-SK" noProof="0"/>
          </a:p>
          <a:p>
            <a:pPr lvl="1"/>
            <a:r>
              <a:rPr lang="en-US" noProof="0"/>
              <a:t>run_3: Random Forest, 100 trees</a:t>
            </a:r>
          </a:p>
          <a:p>
            <a:r>
              <a:rPr lang="en-US" noProof="0"/>
              <a:t>For other types of predictions, e.g.</a:t>
            </a:r>
            <a:r>
              <a:rPr lang="sk-SK" noProof="0"/>
              <a:t>,</a:t>
            </a:r>
            <a:r>
              <a:rPr lang="en-US" noProof="0"/>
              <a:t> prediction of salaries, create different experiments</a:t>
            </a:r>
          </a:p>
          <a:p>
            <a:pPr marL="0" indent="0">
              <a:buNone/>
            </a:pPr>
            <a:endParaRPr lang="en-US" noProof="0"/>
          </a:p>
          <a:p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9493B-6800-0B57-E09A-D3D92858D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69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34EE-376B-2665-1AC6-7DCC819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MLflow</a:t>
            </a:r>
            <a:r>
              <a:rPr lang="en-US"/>
              <a:t>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99898-3D3C-7946-13D5-CBE20ACFA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4584" cy="4351338"/>
          </a:xfrm>
        </p:spPr>
        <p:txBody>
          <a:bodyPr>
            <a:normAutofit fontScale="92500"/>
          </a:bodyPr>
          <a:lstStyle/>
          <a:p>
            <a:r>
              <a:rPr lang="sk-SK" err="1"/>
              <a:t>Parent</a:t>
            </a:r>
            <a:r>
              <a:rPr lang="sk-SK"/>
              <a:t> run</a:t>
            </a:r>
          </a:p>
          <a:p>
            <a:pPr lvl="1"/>
            <a:r>
              <a:rPr lang="en-US"/>
              <a:t>groups several related child runs together, useful for hyperparameter sweeps or multi-step pipelines.</a:t>
            </a:r>
            <a:endParaRPr lang="sk-SK"/>
          </a:p>
          <a:p>
            <a:r>
              <a:rPr lang="en-US"/>
              <a:t>Logs:</a:t>
            </a:r>
          </a:p>
          <a:p>
            <a:pPr lvl="1"/>
            <a:r>
              <a:rPr lang="en-US" err="1"/>
              <a:t>log_params</a:t>
            </a:r>
            <a:endParaRPr lang="en-US"/>
          </a:p>
          <a:p>
            <a:pPr lvl="1"/>
            <a:r>
              <a:rPr lang="en-US" err="1"/>
              <a:t>log_metrics</a:t>
            </a:r>
            <a:endParaRPr lang="en-US"/>
          </a:p>
          <a:p>
            <a:pPr lvl="1"/>
            <a:r>
              <a:rPr lang="en-US" err="1"/>
              <a:t>log_artifact</a:t>
            </a:r>
            <a:endParaRPr lang="en-US"/>
          </a:p>
          <a:p>
            <a:pPr lvl="1"/>
            <a:r>
              <a:rPr lang="en-US" err="1"/>
              <a:t>log_model</a:t>
            </a:r>
            <a:endParaRPr lang="en-US"/>
          </a:p>
          <a:p>
            <a:r>
              <a:rPr lang="en-US"/>
              <a:t>Tags – key-value labels, used for search, e.g. model family: linear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F6800-2279-BC04-D75F-25CF94972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190" y="365125"/>
            <a:ext cx="4734137" cy="601899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38573-36E4-496E-8430-6A7A343D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40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2ACC3-9F7D-85B0-B870-5A4DC267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MLflow</a:t>
            </a:r>
            <a:r>
              <a:rPr lang="en-US"/>
              <a:t>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9EC01-A3FD-65F1-5DED-8BE944C7A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Consistent format for packaging models from different frameworks</a:t>
            </a:r>
          </a:p>
          <a:p>
            <a:r>
              <a:rPr lang="en-US" i="1"/>
              <a:t>Flavors – </a:t>
            </a:r>
            <a:r>
              <a:rPr lang="en-US"/>
              <a:t>lets the same model used by different tools – for most common ML &amp; DL packages already implemented</a:t>
            </a:r>
          </a:p>
          <a:p>
            <a:pPr lvl="1"/>
            <a:r>
              <a:rPr lang="en-US">
                <a:latin typeface="Consolas" panose="020B0609020204030204" pitchFamily="49" charset="0"/>
              </a:rPr>
              <a:t>import </a:t>
            </a:r>
            <a:r>
              <a:rPr lang="en-US" err="1">
                <a:latin typeface="Consolas" panose="020B0609020204030204" pitchFamily="49" charset="0"/>
              </a:rPr>
              <a:t>mlflow.sklearn</a:t>
            </a:r>
            <a:endParaRPr lang="en-US">
              <a:latin typeface="Consolas" panose="020B0609020204030204" pitchFamily="49" charset="0"/>
            </a:endParaRPr>
          </a:p>
          <a:p>
            <a:r>
              <a:rPr lang="en-US"/>
              <a:t>Saved model can be easily replicated</a:t>
            </a:r>
          </a:p>
          <a:p>
            <a:r>
              <a:rPr lang="en-US"/>
              <a:t>Bridging the gap between training and deployment by giving every model a common portable format regardless of the underlying ML framework.</a:t>
            </a:r>
          </a:p>
          <a:p>
            <a:r>
              <a:rPr lang="en-US"/>
              <a:t>You can implement to your library it via </a:t>
            </a:r>
            <a:r>
              <a:rPr lang="en-US">
                <a:hlinkClick r:id="rId2"/>
              </a:rPr>
              <a:t>Custom Python Models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B8AB1-6D8A-C88C-2F1E-DBBAE43E6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51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A31D-0DEB-D6F2-343A-5E0B129D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MLflow</a:t>
            </a:r>
            <a:r>
              <a:rPr lang="en-US"/>
              <a:t> models – </a:t>
            </a:r>
            <a:r>
              <a:rPr lang="en-US" err="1"/>
              <a:t>log_models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608D7-2A6D-CA4A-28A2-8BBC200E9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048"/>
            <a:ext cx="6943344" cy="4649915"/>
          </a:xfrm>
        </p:spPr>
        <p:txBody>
          <a:bodyPr>
            <a:normAutofit/>
          </a:bodyPr>
          <a:lstStyle/>
          <a:p>
            <a:r>
              <a:rPr lang="en-US"/>
              <a:t>Serializes the model object to disk (e.g. </a:t>
            </a:r>
            <a:r>
              <a:rPr lang="en-US" err="1"/>
              <a:t>model.pkl</a:t>
            </a:r>
            <a:r>
              <a:rPr lang="en-US"/>
              <a:t> via </a:t>
            </a:r>
            <a:r>
              <a:rPr lang="en-US" err="1"/>
              <a:t>cloudpickle</a:t>
            </a:r>
            <a:r>
              <a:rPr lang="en-US"/>
              <a:t> for </a:t>
            </a:r>
            <a:r>
              <a:rPr lang="en-US" err="1"/>
              <a:t>sklearn</a:t>
            </a:r>
            <a:r>
              <a:rPr lang="en-US"/>
              <a:t>).</a:t>
            </a:r>
          </a:p>
          <a:p>
            <a:r>
              <a:rPr lang="en-US"/>
              <a:t>Captures the environment — requirements.txt and </a:t>
            </a:r>
            <a:r>
              <a:rPr lang="en-US" err="1"/>
              <a:t>python_env.yaml</a:t>
            </a:r>
            <a:r>
              <a:rPr lang="en-US"/>
              <a:t>.</a:t>
            </a:r>
          </a:p>
          <a:p>
            <a:r>
              <a:rPr lang="en-US"/>
              <a:t>Writes the </a:t>
            </a:r>
            <a:r>
              <a:rPr lang="en-US" err="1"/>
              <a:t>MLmodel</a:t>
            </a:r>
            <a:r>
              <a:rPr lang="en-US"/>
              <a:t> manifest describing flavors, loader, and metadata.</a:t>
            </a:r>
          </a:p>
          <a:p>
            <a:r>
              <a:rPr lang="en-US"/>
              <a:t>Uploads the whole directory (above files) as an artifact tied to the active run.</a:t>
            </a:r>
          </a:p>
          <a:p>
            <a:r>
              <a:rPr lang="en-US"/>
              <a:t>Optionally registers it as a new model version if </a:t>
            </a:r>
            <a:r>
              <a:rPr lang="en-US" err="1"/>
              <a:t>registered_model_name</a:t>
            </a:r>
            <a:r>
              <a:rPr lang="en-US"/>
              <a:t> is set.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CDEE2C7-FD51-758A-D8A9-D886B5F5F1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0012885"/>
              </p:ext>
            </p:extLst>
          </p:nvPr>
        </p:nvGraphicFramePr>
        <p:xfrm>
          <a:off x="6583680" y="627390"/>
          <a:ext cx="6510528" cy="5603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15CAFF4-9601-9600-2F19-4BC5B0338639}"/>
              </a:ext>
            </a:extLst>
          </p:cNvPr>
          <p:cNvSpPr txBox="1"/>
          <p:nvPr/>
        </p:nvSpPr>
        <p:spPr>
          <a:xfrm>
            <a:off x="10080956" y="4928616"/>
            <a:ext cx="19865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If is the name of</a:t>
            </a:r>
            <a:br>
              <a:rPr lang="en-US" sz="1600"/>
            </a:br>
            <a:r>
              <a:rPr lang="en-US" sz="1600"/>
              <a:t>registered model set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EC683-F20D-F439-CDCF-7152ED55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22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B98AA-763D-2056-8741-683B3A2D4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1DDE7-5FB4-6573-C0CE-EC7295A5D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MLflow</a:t>
            </a:r>
            <a:r>
              <a:rPr lang="en-US"/>
              <a:t> model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56D52-46BF-DD73-042D-7B60B2622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0304" cy="43513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log – store the model in run</a:t>
            </a:r>
            <a:endParaRPr lang="sk-SK"/>
          </a:p>
          <a:p>
            <a:r>
              <a:rPr lang="en-US" err="1"/>
              <a:t>autolog</a:t>
            </a:r>
            <a:r>
              <a:rPr lang="en-US"/>
              <a:t> – </a:t>
            </a:r>
            <a:r>
              <a:rPr lang="en-US" err="1"/>
              <a:t>autocapture</a:t>
            </a:r>
            <a:r>
              <a:rPr lang="en-US"/>
              <a:t> parameters, framework defined</a:t>
            </a:r>
            <a:endParaRPr lang="sk-SK"/>
          </a:p>
          <a:p>
            <a:r>
              <a:rPr lang="en-US"/>
              <a:t>save – write to file system</a:t>
            </a:r>
            <a:r>
              <a:rPr lang="sk-SK"/>
              <a:t> (</a:t>
            </a:r>
            <a:r>
              <a:rPr lang="sk-SK" err="1"/>
              <a:t>less</a:t>
            </a:r>
            <a:r>
              <a:rPr lang="sk-SK"/>
              <a:t> </a:t>
            </a:r>
            <a:r>
              <a:rPr lang="sk-SK" err="1"/>
              <a:t>details</a:t>
            </a:r>
            <a:r>
              <a:rPr lang="sk-SK"/>
              <a:t> as run)</a:t>
            </a:r>
            <a:endParaRPr lang="en-US"/>
          </a:p>
          <a:p>
            <a:r>
              <a:rPr lang="en-US"/>
              <a:t>load – retrieve the model (inference/deployment)</a:t>
            </a:r>
          </a:p>
          <a:p>
            <a:r>
              <a:rPr lang="en-US"/>
              <a:t>Serving models</a:t>
            </a:r>
          </a:p>
          <a:p>
            <a:pPr lvl="1"/>
            <a:r>
              <a:rPr lang="en-US"/>
              <a:t>Automatically creates REST API endpoint serving the model</a:t>
            </a:r>
          </a:p>
          <a:p>
            <a:pPr lvl="1"/>
            <a:r>
              <a:rPr lang="en-US"/>
              <a:t>Just send the data and obtain predictions</a:t>
            </a:r>
          </a:p>
          <a:p>
            <a:pPr lvl="1"/>
            <a:r>
              <a:rPr lang="en-US"/>
              <a:t>For multiple models  different ports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82ADC-2F7A-76F9-D268-736A1176D9E3}"/>
              </a:ext>
            </a:extLst>
          </p:cNvPr>
          <p:cNvSpPr txBox="1"/>
          <p:nvPr/>
        </p:nvSpPr>
        <p:spPr>
          <a:xfrm>
            <a:off x="6790944" y="4001294"/>
            <a:ext cx="4980432" cy="2554545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u="sng"/>
              <a:t>Example request</a:t>
            </a:r>
            <a:r>
              <a:rPr lang="en-US" sz="1600"/>
              <a:t>:</a:t>
            </a:r>
          </a:p>
          <a:p>
            <a:r>
              <a:rPr lang="en-US" sz="1600">
                <a:latin typeface="Consolas" panose="020B0609020204030204" pitchFamily="49" charset="0"/>
              </a:rPr>
              <a:t>curl http://127.0.0.1:500</a:t>
            </a:r>
            <a:r>
              <a:rPr lang="sk-SK" sz="1600">
                <a:latin typeface="Consolas" panose="020B0609020204030204" pitchFamily="49" charset="0"/>
              </a:rPr>
              <a:t>1</a:t>
            </a:r>
            <a:r>
              <a:rPr lang="en-US" sz="1600">
                <a:latin typeface="Consolas" panose="020B0609020204030204" pitchFamily="49" charset="0"/>
              </a:rPr>
              <a:t>/invocations \</a:t>
            </a:r>
          </a:p>
          <a:p>
            <a:r>
              <a:rPr lang="en-US" sz="1600">
                <a:latin typeface="Consolas" panose="020B0609020204030204" pitchFamily="49" charset="0"/>
              </a:rPr>
              <a:t>  -H 'Content-Type: application/</a:t>
            </a:r>
            <a:r>
              <a:rPr lang="en-US" sz="1600" err="1">
                <a:latin typeface="Consolas" panose="020B0609020204030204" pitchFamily="49" charset="0"/>
              </a:rPr>
              <a:t>json</a:t>
            </a:r>
            <a:r>
              <a:rPr lang="en-US" sz="1600">
                <a:latin typeface="Consolas" panose="020B0609020204030204" pitchFamily="49" charset="0"/>
              </a:rPr>
              <a:t>' \</a:t>
            </a:r>
          </a:p>
          <a:p>
            <a:r>
              <a:rPr lang="en-US" sz="1600">
                <a:latin typeface="Consolas" panose="020B0609020204030204" pitchFamily="49" charset="0"/>
              </a:rPr>
              <a:t>  -d '{</a:t>
            </a:r>
          </a:p>
          <a:p>
            <a:r>
              <a:rPr lang="en-US" sz="1600">
                <a:latin typeface="Consolas" panose="020B0609020204030204" pitchFamily="49" charset="0"/>
              </a:rPr>
              <a:t>    "</a:t>
            </a:r>
            <a:r>
              <a:rPr lang="en-US" sz="1600" err="1">
                <a:latin typeface="Consolas" panose="020B0609020204030204" pitchFamily="49" charset="0"/>
              </a:rPr>
              <a:t>dataframe_split</a:t>
            </a:r>
            <a:r>
              <a:rPr lang="en-US" sz="1600">
                <a:latin typeface="Consolas" panose="020B0609020204030204" pitchFamily="49" charset="0"/>
              </a:rPr>
              <a:t>": {</a:t>
            </a:r>
          </a:p>
          <a:p>
            <a:r>
              <a:rPr lang="en-US" sz="1600">
                <a:latin typeface="Consolas" panose="020B0609020204030204" pitchFamily="49" charset="0"/>
              </a:rPr>
              <a:t>      "columns": ["sex", "age", "weight"],</a:t>
            </a:r>
          </a:p>
          <a:p>
            <a:r>
              <a:rPr lang="en-US" sz="1600">
                <a:latin typeface="Consolas" panose="020B0609020204030204" pitchFamily="49" charset="0"/>
              </a:rPr>
              <a:t>      "data": [["male", 23, 160],</a:t>
            </a:r>
            <a:br>
              <a:rPr lang="en-US" sz="1600">
                <a:latin typeface="Consolas" panose="020B0609020204030204" pitchFamily="49" charset="0"/>
              </a:rPr>
            </a:br>
            <a:r>
              <a:rPr lang="en-US" sz="1600">
                <a:latin typeface="Consolas" panose="020B0609020204030204" pitchFamily="49" charset="0"/>
              </a:rPr>
              <a:t>	   ["female", 33, 120]]</a:t>
            </a:r>
          </a:p>
          <a:p>
            <a:r>
              <a:rPr lang="en-US" sz="1600">
                <a:latin typeface="Consolas" panose="020B0609020204030204" pitchFamily="49" charset="0"/>
              </a:rPr>
              <a:t>    }</a:t>
            </a:r>
          </a:p>
          <a:p>
            <a:r>
              <a:rPr lang="en-US" sz="1600">
                <a:latin typeface="Consolas" panose="020B0609020204030204" pitchFamily="49" charset="0"/>
              </a:rPr>
              <a:t>  }'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DF192-B88F-6B5A-2880-F114FB7FE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01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0C815F-BF5F-8639-C3A9-677E7DEAF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207" y="856891"/>
            <a:ext cx="5468113" cy="51442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C5E988-68CE-12E9-3D5A-0A9171A86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MLflow</a:t>
            </a:r>
            <a:r>
              <a:rPr lang="en-US"/>
              <a:t> model 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A00B0-132F-2777-461F-AE450D167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25056" cy="4351338"/>
          </a:xfrm>
        </p:spPr>
        <p:txBody>
          <a:bodyPr/>
          <a:lstStyle/>
          <a:p>
            <a:r>
              <a:rPr lang="en-US"/>
              <a:t>Centralized store for managing the full lifecycle of your models</a:t>
            </a:r>
          </a:p>
          <a:p>
            <a:pPr lvl="1"/>
            <a:r>
              <a:rPr lang="en-US"/>
              <a:t>From logged run to production</a:t>
            </a:r>
          </a:p>
          <a:p>
            <a:r>
              <a:rPr lang="en-US"/>
              <a:t>First, you register a model</a:t>
            </a:r>
          </a:p>
          <a:p>
            <a:r>
              <a:rPr lang="en-US"/>
              <a:t>Versions - automatically incremented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F08DE-E386-7C69-18B4-FAA6F0A4E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62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F37A-A378-B6A4-318C-1EE8B6CFE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Custom model serving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20912-24FC-D4A8-7D2B-806A3C8F2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20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825EB8-1AA5-AEC6-7D78-B18979455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118" y="1316964"/>
            <a:ext cx="5782482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8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95F5-06EF-AFA3-231D-61A51B0A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MLflow</a:t>
            </a:r>
            <a:r>
              <a:rPr lang="sk-SK"/>
              <a:t> </a:t>
            </a:r>
            <a:r>
              <a:rPr lang="sk-SK" err="1"/>
              <a:t>projects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00235-2BF3-B5B9-6484-A0E49A501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err="1"/>
              <a:t>MLflow</a:t>
            </a:r>
            <a:r>
              <a:rPr lang="en-US"/>
              <a:t> Projects package ML code into a reproducible, shareable format that can run anywhere — locally, remotely, or via Docker.</a:t>
            </a:r>
            <a:endParaRPr lang="sk-SK"/>
          </a:p>
          <a:p>
            <a:r>
              <a:rPr lang="en-US" err="1"/>
              <a:t>MLproject</a:t>
            </a:r>
            <a:r>
              <a:rPr lang="en-US"/>
              <a:t> file — a YAML config defining entry points, parameters, and the environment to use. </a:t>
            </a:r>
            <a:endParaRPr lang="sk-SK"/>
          </a:p>
          <a:p>
            <a:r>
              <a:rPr lang="en-US"/>
              <a:t>Run a project with </a:t>
            </a:r>
            <a:r>
              <a:rPr lang="en-US" err="1"/>
              <a:t>mlflow</a:t>
            </a:r>
            <a:r>
              <a:rPr lang="en-US"/>
              <a:t> run (CLI) </a:t>
            </a:r>
            <a:endParaRPr lang="sk-SK"/>
          </a:p>
          <a:p>
            <a:r>
              <a:rPr lang="en-US"/>
              <a:t>Projects support multiple entry points (e.g. train, test, step_1, step_2)</a:t>
            </a:r>
            <a:endParaRPr lang="sk-SK"/>
          </a:p>
          <a:p>
            <a:r>
              <a:rPr lang="en-US"/>
              <a:t>The environment is reproducible via </a:t>
            </a:r>
            <a:r>
              <a:rPr lang="en-US" err="1"/>
              <a:t>python_env.yaml</a:t>
            </a:r>
            <a:r>
              <a:rPr lang="en-US"/>
              <a:t> and requirements.txt, ensuring the same code runs consistently across machines.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44A0B-D847-3586-DA3A-951822B9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63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9B7B2-A9F0-C4D5-9CC2-EE9A9EC3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EBB53-A318-A4F4-E6A0-57F4BFAD1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A79DA-9F8D-4E40-C1C7-1E8C8B13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E17A23-31AF-104A-4A0F-A96351086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917" y="0"/>
            <a:ext cx="65761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79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E045-09CF-9728-5614-B82FC08F3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/>
              <a:t>Thanks for 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CF47-19B7-8589-06C8-DAAD8EAA0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8A01-FFED-4F48-8082-730ED0AC3C2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99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2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Úvod do MLOPS  MLflow workšop</vt:lpstr>
      <vt:lpstr>MLOPS</vt:lpstr>
      <vt:lpstr>MLOPS process</vt:lpstr>
      <vt:lpstr>Main applications of MLOPS for research</vt:lpstr>
      <vt:lpstr>What to read</vt:lpstr>
      <vt:lpstr>Why to teach MLOPS?</vt:lpstr>
      <vt:lpstr>Content of MLOPS course at FRI UNIZA</vt:lpstr>
      <vt:lpstr>Experiment tracking and versioning</vt:lpstr>
      <vt:lpstr>Experiment tracking</vt:lpstr>
      <vt:lpstr>Versioning</vt:lpstr>
      <vt:lpstr>PowerPoint Presentation</vt:lpstr>
      <vt:lpstr>MLflow</vt:lpstr>
      <vt:lpstr>MLflow tracking</vt:lpstr>
      <vt:lpstr>MLflow tracking - Example</vt:lpstr>
      <vt:lpstr>MLflow tracking</vt:lpstr>
      <vt:lpstr>MLflow models</vt:lpstr>
      <vt:lpstr>MLflow models – log_models</vt:lpstr>
      <vt:lpstr>MLflow model API</vt:lpstr>
      <vt:lpstr>MLflow model registry</vt:lpstr>
      <vt:lpstr>Custom model serving example</vt:lpstr>
      <vt:lpstr>MLflow projects</vt:lpstr>
      <vt:lpstr>PowerPoint Presentation</vt:lpstr>
      <vt:lpstr>Thanks for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Milan Straka</dc:creator>
  <cp:revision>1</cp:revision>
  <dcterms:created xsi:type="dcterms:W3CDTF">2026-06-29T09:11:57Z</dcterms:created>
  <dcterms:modified xsi:type="dcterms:W3CDTF">2026-07-01T07:12:29Z</dcterms:modified>
</cp:coreProperties>
</file>